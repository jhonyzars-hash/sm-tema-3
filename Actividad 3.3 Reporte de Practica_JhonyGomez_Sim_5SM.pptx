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1"/>
  </p:sldMasterIdLst>
  <p:sldIdLst>
    <p:sldId id="269" r:id="rId2"/>
    <p:sldId id="257" r:id="rId3"/>
    <p:sldId id="275" r:id="rId4"/>
    <p:sldId id="260" r:id="rId5"/>
    <p:sldId id="278" r:id="rId6"/>
    <p:sldId id="280" r:id="rId7"/>
    <p:sldId id="281" r:id="rId8"/>
    <p:sldId id="284" r:id="rId9"/>
    <p:sldId id="283" r:id="rId10"/>
    <p:sldId id="282" r:id="rId11"/>
    <p:sldId id="285" r:id="rId12"/>
    <p:sldId id="267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18E68-4091-4BDB-832C-B2DA177AAF56}" v="21" dt="2026-10-02T22:03:36.049"/>
    <p1510:client id="{CC98289F-DDAA-4A06-B800-FD2E113FEA27}" v="10" dt="2026-10-02T20:19:1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y Gomez" userId="5f1ac8455e56f045" providerId="LiveId" clId="{E84C667A-187F-4064-B7B0-4E60D3583703}"/>
    <pc:docChg chg="undo custSel addSld delSld modSld sldOrd">
      <pc:chgData name="Jhony Gomez" userId="5f1ac8455e56f045" providerId="LiveId" clId="{E84C667A-187F-4064-B7B0-4E60D3583703}" dt="2026-10-03T01:35:00.890" v="964" actId="478"/>
      <pc:docMkLst>
        <pc:docMk/>
      </pc:docMkLst>
      <pc:sldChg chg="addSp delSp modSp mod">
        <pc:chgData name="Jhony Gomez" userId="5f1ac8455e56f045" providerId="LiveId" clId="{E84C667A-187F-4064-B7B0-4E60D3583703}" dt="2026-10-02T22:01:30.769" v="940" actId="1076"/>
        <pc:sldMkLst>
          <pc:docMk/>
          <pc:sldMk cId="3796923850" sldId="257"/>
        </pc:sldMkLst>
        <pc:spChg chg="del mod">
          <ac:chgData name="Jhony Gomez" userId="5f1ac8455e56f045" providerId="LiveId" clId="{E84C667A-187F-4064-B7B0-4E60D3583703}" dt="2026-10-02T22:01:06.589" v="936" actId="478"/>
          <ac:spMkLst>
            <pc:docMk/>
            <pc:sldMk cId="3796923850" sldId="257"/>
            <ac:spMk id="3" creationId="{7B18346E-19AE-4D09-B7C4-FDEC387ED055}"/>
          </ac:spMkLst>
        </pc:spChg>
        <pc:spChg chg="add mod">
          <ac:chgData name="Jhony Gomez" userId="5f1ac8455e56f045" providerId="LiveId" clId="{E84C667A-187F-4064-B7B0-4E60D3583703}" dt="2026-10-02T22:01:30.769" v="940" actId="1076"/>
          <ac:spMkLst>
            <pc:docMk/>
            <pc:sldMk cId="3796923850" sldId="257"/>
            <ac:spMk id="5" creationId="{745111A6-BE16-3200-7ADB-593AC0C08FEF}"/>
          </ac:spMkLst>
        </pc:spChg>
        <pc:spChg chg="add del mod">
          <ac:chgData name="Jhony Gomez" userId="5f1ac8455e56f045" providerId="LiveId" clId="{E84C667A-187F-4064-B7B0-4E60D3583703}" dt="2026-10-02T22:01:09.066" v="937" actId="478"/>
          <ac:spMkLst>
            <pc:docMk/>
            <pc:sldMk cId="3796923850" sldId="257"/>
            <ac:spMk id="7" creationId="{C409B3FD-C456-9848-2495-D61E39124F00}"/>
          </ac:spMkLst>
        </pc:spChg>
      </pc:sldChg>
      <pc:sldChg chg="addSp delSp modSp del mod">
        <pc:chgData name="Jhony Gomez" userId="5f1ac8455e56f045" providerId="LiveId" clId="{E84C667A-187F-4064-B7B0-4E60D3583703}" dt="2026-10-02T21:02:22.506" v="769" actId="47"/>
        <pc:sldMkLst>
          <pc:docMk/>
          <pc:sldMk cId="688008859" sldId="259"/>
        </pc:sldMkLst>
        <pc:spChg chg="mod">
          <ac:chgData name="Jhony Gomez" userId="5f1ac8455e56f045" providerId="LiveId" clId="{E84C667A-187F-4064-B7B0-4E60D3583703}" dt="2026-10-02T20:48:02.603" v="742" actId="403"/>
          <ac:spMkLst>
            <pc:docMk/>
            <pc:sldMk cId="688008859" sldId="259"/>
            <ac:spMk id="3" creationId="{36661F83-9138-FCD6-4420-87D87F86C298}"/>
          </ac:spMkLst>
        </pc:spChg>
        <pc:spChg chg="del">
          <ac:chgData name="Jhony Gomez" userId="5f1ac8455e56f045" providerId="LiveId" clId="{E84C667A-187F-4064-B7B0-4E60D3583703}" dt="2026-10-02T19:26:25.165" v="489" actId="478"/>
          <ac:spMkLst>
            <pc:docMk/>
            <pc:sldMk cId="688008859" sldId="259"/>
            <ac:spMk id="6" creationId="{B48FF391-EF05-4D35-A0F2-2EC6D8F621D5}"/>
          </ac:spMkLst>
        </pc:spChg>
        <pc:spChg chg="add del mod">
          <ac:chgData name="Jhony Gomez" userId="5f1ac8455e56f045" providerId="LiveId" clId="{E84C667A-187F-4064-B7B0-4E60D3583703}" dt="2026-10-02T20:43:53.671" v="731"/>
          <ac:spMkLst>
            <pc:docMk/>
            <pc:sldMk cId="688008859" sldId="259"/>
            <ac:spMk id="8" creationId="{757CD6AB-94E8-37AC-51A2-1D9889E9A341}"/>
          </ac:spMkLst>
        </pc:spChg>
        <pc:picChg chg="add del mod">
          <ac:chgData name="Jhony Gomez" userId="5f1ac8455e56f045" providerId="LiveId" clId="{E84C667A-187F-4064-B7B0-4E60D3583703}" dt="2026-10-02T20:43:43.967" v="727" actId="478"/>
          <ac:picMkLst>
            <pc:docMk/>
            <pc:sldMk cId="688008859" sldId="259"/>
            <ac:picMk id="4" creationId="{09054FC7-283F-D5D9-C7AB-B31188EA0691}"/>
          </ac:picMkLst>
        </pc:picChg>
        <pc:picChg chg="del mod">
          <ac:chgData name="Jhony Gomez" userId="5f1ac8455e56f045" providerId="LiveId" clId="{E84C667A-187F-4064-B7B0-4E60D3583703}" dt="2026-10-02T20:43:23.275" v="721" actId="478"/>
          <ac:picMkLst>
            <pc:docMk/>
            <pc:sldMk cId="688008859" sldId="259"/>
            <ac:picMk id="5" creationId="{C10439F5-F354-4B14-B48E-18D2F503B458}"/>
          </ac:picMkLst>
        </pc:picChg>
        <pc:picChg chg="add mod">
          <ac:chgData name="Jhony Gomez" userId="5f1ac8455e56f045" providerId="LiveId" clId="{E84C667A-187F-4064-B7B0-4E60D3583703}" dt="2026-10-02T20:48:08.946" v="743" actId="1076"/>
          <ac:picMkLst>
            <pc:docMk/>
            <pc:sldMk cId="688008859" sldId="259"/>
            <ac:picMk id="6" creationId="{6F19CCF1-8BFC-5CC0-83F8-923CBF4FA57A}"/>
          </ac:picMkLst>
        </pc:picChg>
      </pc:sldChg>
      <pc:sldChg chg="addSp delSp modSp mod">
        <pc:chgData name="Jhony Gomez" userId="5f1ac8455e56f045" providerId="LiveId" clId="{E84C667A-187F-4064-B7B0-4E60D3583703}" dt="2026-10-02T21:13:33.888" v="789" actId="478"/>
        <pc:sldMkLst>
          <pc:docMk/>
          <pc:sldMk cId="2537704845" sldId="260"/>
        </pc:sldMkLst>
        <pc:spChg chg="del mod">
          <ac:chgData name="Jhony Gomez" userId="5f1ac8455e56f045" providerId="LiveId" clId="{E84C667A-187F-4064-B7B0-4E60D3583703}" dt="2026-10-02T21:13:32.340" v="788" actId="478"/>
          <ac:spMkLst>
            <pc:docMk/>
            <pc:sldMk cId="2537704845" sldId="260"/>
            <ac:spMk id="2" creationId="{DB9BA5BF-6C39-E8FE-6B4B-4094409CB28C}"/>
          </ac:spMkLst>
        </pc:spChg>
        <pc:spChg chg="add del mod">
          <ac:chgData name="Jhony Gomez" userId="5f1ac8455e56f045" providerId="LiveId" clId="{E84C667A-187F-4064-B7B0-4E60D3583703}" dt="2026-10-02T21:13:33.888" v="789" actId="478"/>
          <ac:spMkLst>
            <pc:docMk/>
            <pc:sldMk cId="2537704845" sldId="260"/>
            <ac:spMk id="5" creationId="{FFB1A322-8172-DBF2-2B55-ACAEF9293EB7}"/>
          </ac:spMkLst>
        </pc:spChg>
        <pc:spChg chg="add del mod">
          <ac:chgData name="Jhony Gomez" userId="5f1ac8455e56f045" providerId="LiveId" clId="{E84C667A-187F-4064-B7B0-4E60D3583703}" dt="2026-10-02T20:41:03.037" v="711"/>
          <ac:spMkLst>
            <pc:docMk/>
            <pc:sldMk cId="2537704845" sldId="260"/>
            <ac:spMk id="9" creationId="{480D72AF-1616-4663-BC22-54048850ED05}"/>
          </ac:spMkLst>
        </pc:spChg>
        <pc:picChg chg="add mod">
          <ac:chgData name="Jhony Gomez" userId="5f1ac8455e56f045" providerId="LiveId" clId="{E84C667A-187F-4064-B7B0-4E60D3583703}" dt="2026-10-02T20:50:48.316" v="745" actId="14826"/>
          <ac:picMkLst>
            <pc:docMk/>
            <pc:sldMk cId="2537704845" sldId="260"/>
            <ac:picMk id="4" creationId="{61B29CEF-B24F-11B2-F4CD-618D80727BAD}"/>
          </ac:picMkLst>
        </pc:picChg>
        <pc:picChg chg="mod">
          <ac:chgData name="Jhony Gomez" userId="5f1ac8455e56f045" providerId="LiveId" clId="{E84C667A-187F-4064-B7B0-4E60D3583703}" dt="2026-10-02T20:49:57.994" v="744" actId="14826"/>
          <ac:picMkLst>
            <pc:docMk/>
            <pc:sldMk cId="2537704845" sldId="260"/>
            <ac:picMk id="8" creationId="{DEC2E1FE-E24B-400D-B39C-537C2CCED519}"/>
          </ac:picMkLst>
        </pc:picChg>
      </pc:sldChg>
      <pc:sldChg chg="addSp delSp modSp mod">
        <pc:chgData name="Jhony Gomez" userId="5f1ac8455e56f045" providerId="LiveId" clId="{E84C667A-187F-4064-B7B0-4E60D3583703}" dt="2026-10-02T22:03:06.966" v="952"/>
        <pc:sldMkLst>
          <pc:docMk/>
          <pc:sldMk cId="3123720289" sldId="267"/>
        </pc:sldMkLst>
        <pc:spChg chg="del mod">
          <ac:chgData name="Jhony Gomez" userId="5f1ac8455e56f045" providerId="LiveId" clId="{E84C667A-187F-4064-B7B0-4E60D3583703}" dt="2026-10-02T22:02:45.471" v="949" actId="478"/>
          <ac:spMkLst>
            <pc:docMk/>
            <pc:sldMk cId="3123720289" sldId="267"/>
            <ac:spMk id="3" creationId="{0C566EE3-A2DC-4634-A827-7F8CAF749E37}"/>
          </ac:spMkLst>
        </pc:spChg>
        <pc:spChg chg="add del mod">
          <ac:chgData name="Jhony Gomez" userId="5f1ac8455e56f045" providerId="LiveId" clId="{E84C667A-187F-4064-B7B0-4E60D3583703}" dt="2026-10-02T22:02:46.772" v="950" actId="478"/>
          <ac:spMkLst>
            <pc:docMk/>
            <pc:sldMk cId="3123720289" sldId="267"/>
            <ac:spMk id="5" creationId="{E4AC3CAF-42A3-B429-3433-2ABB584E036F}"/>
          </ac:spMkLst>
        </pc:spChg>
        <pc:spChg chg="add mod">
          <ac:chgData name="Jhony Gomez" userId="5f1ac8455e56f045" providerId="LiveId" clId="{E84C667A-187F-4064-B7B0-4E60D3583703}" dt="2026-10-02T22:03:06.966" v="952"/>
          <ac:spMkLst>
            <pc:docMk/>
            <pc:sldMk cId="3123720289" sldId="267"/>
            <ac:spMk id="7" creationId="{B32A5E05-1FDE-B322-0863-21055419B1EE}"/>
          </ac:spMkLst>
        </pc:spChg>
      </pc:sldChg>
      <pc:sldChg chg="del">
        <pc:chgData name="Jhony Gomez" userId="5f1ac8455e56f045" providerId="LiveId" clId="{E84C667A-187F-4064-B7B0-4E60D3583703}" dt="2026-10-02T20:11:32.237" v="669" actId="47"/>
        <pc:sldMkLst>
          <pc:docMk/>
          <pc:sldMk cId="3570899494" sldId="268"/>
        </pc:sldMkLst>
      </pc:sldChg>
      <pc:sldChg chg="modSp mod">
        <pc:chgData name="Jhony Gomez" userId="5f1ac8455e56f045" providerId="LiveId" clId="{E84C667A-187F-4064-B7B0-4E60D3583703}" dt="2026-10-02T22:07:09.215" v="963" actId="20577"/>
        <pc:sldMkLst>
          <pc:docMk/>
          <pc:sldMk cId="1200137787" sldId="269"/>
        </pc:sldMkLst>
        <pc:spChg chg="mod">
          <ac:chgData name="Jhony Gomez" userId="5f1ac8455e56f045" providerId="LiveId" clId="{E84C667A-187F-4064-B7B0-4E60D3583703}" dt="2026-10-02T22:07:09.215" v="963" actId="20577"/>
          <ac:spMkLst>
            <pc:docMk/>
            <pc:sldMk cId="1200137787" sldId="269"/>
            <ac:spMk id="4" creationId="{ABAF0D08-5F75-4A88-A052-E8DE763EC799}"/>
          </ac:spMkLst>
        </pc:spChg>
      </pc:sldChg>
      <pc:sldChg chg="del ord">
        <pc:chgData name="Jhony Gomez" userId="5f1ac8455e56f045" providerId="LiveId" clId="{E84C667A-187F-4064-B7B0-4E60D3583703}" dt="2026-10-02T20:11:27.333" v="666" actId="47"/>
        <pc:sldMkLst>
          <pc:docMk/>
          <pc:sldMk cId="718128432" sldId="270"/>
        </pc:sldMkLst>
      </pc:sldChg>
      <pc:sldChg chg="del">
        <pc:chgData name="Jhony Gomez" userId="5f1ac8455e56f045" providerId="LiveId" clId="{E84C667A-187F-4064-B7B0-4E60D3583703}" dt="2026-10-02T20:11:33.680" v="670" actId="47"/>
        <pc:sldMkLst>
          <pc:docMk/>
          <pc:sldMk cId="2478068490" sldId="271"/>
        </pc:sldMkLst>
      </pc:sldChg>
      <pc:sldChg chg="del">
        <pc:chgData name="Jhony Gomez" userId="5f1ac8455e56f045" providerId="LiveId" clId="{E84C667A-187F-4064-B7B0-4E60D3583703}" dt="2026-10-02T20:11:37.465" v="672" actId="47"/>
        <pc:sldMkLst>
          <pc:docMk/>
          <pc:sldMk cId="4116469412" sldId="272"/>
        </pc:sldMkLst>
      </pc:sldChg>
      <pc:sldChg chg="del">
        <pc:chgData name="Jhony Gomez" userId="5f1ac8455e56f045" providerId="LiveId" clId="{E84C667A-187F-4064-B7B0-4E60D3583703}" dt="2026-10-02T20:11:36.073" v="671" actId="47"/>
        <pc:sldMkLst>
          <pc:docMk/>
          <pc:sldMk cId="254935079" sldId="273"/>
        </pc:sldMkLst>
      </pc:sldChg>
      <pc:sldChg chg="del">
        <pc:chgData name="Jhony Gomez" userId="5f1ac8455e56f045" providerId="LiveId" clId="{E84C667A-187F-4064-B7B0-4E60D3583703}" dt="2026-10-02T20:11:40.597" v="673" actId="47"/>
        <pc:sldMkLst>
          <pc:docMk/>
          <pc:sldMk cId="3123317970" sldId="274"/>
        </pc:sldMkLst>
      </pc:sldChg>
      <pc:sldChg chg="addSp delSp modSp mod">
        <pc:chgData name="Jhony Gomez" userId="5f1ac8455e56f045" providerId="LiveId" clId="{E84C667A-187F-4064-B7B0-4E60D3583703}" dt="2026-10-02T22:02:27.417" v="948"/>
        <pc:sldMkLst>
          <pc:docMk/>
          <pc:sldMk cId="388262627" sldId="275"/>
        </pc:sldMkLst>
        <pc:spChg chg="del mod">
          <ac:chgData name="Jhony Gomez" userId="5f1ac8455e56f045" providerId="LiveId" clId="{E84C667A-187F-4064-B7B0-4E60D3583703}" dt="2026-10-02T22:02:06.266" v="945" actId="478"/>
          <ac:spMkLst>
            <pc:docMk/>
            <pc:sldMk cId="388262627" sldId="275"/>
            <ac:spMk id="3" creationId="{75533C0F-1DCB-3D6B-9B90-59607F5A37E7}"/>
          </ac:spMkLst>
        </pc:spChg>
        <pc:spChg chg="add del mod">
          <ac:chgData name="Jhony Gomez" userId="5f1ac8455e56f045" providerId="LiveId" clId="{E84C667A-187F-4064-B7B0-4E60D3583703}" dt="2026-10-02T22:02:08.832" v="946" actId="478"/>
          <ac:spMkLst>
            <pc:docMk/>
            <pc:sldMk cId="388262627" sldId="275"/>
            <ac:spMk id="5" creationId="{74B7DE52-A125-D5C5-6066-AB0EC2A256A9}"/>
          </ac:spMkLst>
        </pc:spChg>
        <pc:spChg chg="add mod">
          <ac:chgData name="Jhony Gomez" userId="5f1ac8455e56f045" providerId="LiveId" clId="{E84C667A-187F-4064-B7B0-4E60D3583703}" dt="2026-10-02T22:02:27.417" v="948"/>
          <ac:spMkLst>
            <pc:docMk/>
            <pc:sldMk cId="388262627" sldId="275"/>
            <ac:spMk id="7" creationId="{A7700515-AA2F-B20A-8CEF-9CF4495DD6E2}"/>
          </ac:spMkLst>
        </pc:spChg>
      </pc:sldChg>
      <pc:sldChg chg="addSp delSp modSp mod">
        <pc:chgData name="Jhony Gomez" userId="5f1ac8455e56f045" providerId="LiveId" clId="{E84C667A-187F-4064-B7B0-4E60D3583703}" dt="2026-10-02T22:03:54.357" v="959"/>
        <pc:sldMkLst>
          <pc:docMk/>
          <pc:sldMk cId="68466766" sldId="276"/>
        </pc:sldMkLst>
        <pc:spChg chg="del mod">
          <ac:chgData name="Jhony Gomez" userId="5f1ac8455e56f045" providerId="LiveId" clId="{E84C667A-187F-4064-B7B0-4E60D3583703}" dt="2026-10-02T22:03:43.675" v="956" actId="478"/>
          <ac:spMkLst>
            <pc:docMk/>
            <pc:sldMk cId="68466766" sldId="276"/>
            <ac:spMk id="3" creationId="{42797C48-927F-4A69-5E55-D45158A4622F}"/>
          </ac:spMkLst>
        </pc:spChg>
        <pc:spChg chg="add mod">
          <ac:chgData name="Jhony Gomez" userId="5f1ac8455e56f045" providerId="LiveId" clId="{E84C667A-187F-4064-B7B0-4E60D3583703}" dt="2026-10-02T22:03:54.357" v="959"/>
          <ac:spMkLst>
            <pc:docMk/>
            <pc:sldMk cId="68466766" sldId="276"/>
            <ac:spMk id="5" creationId="{915E2AD0-D9A4-31C8-2E91-C6B686D4C347}"/>
          </ac:spMkLst>
        </pc:spChg>
        <pc:spChg chg="add del mod">
          <ac:chgData name="Jhony Gomez" userId="5f1ac8455e56f045" providerId="LiveId" clId="{E84C667A-187F-4064-B7B0-4E60D3583703}" dt="2026-10-02T22:03:47.010" v="957" actId="478"/>
          <ac:spMkLst>
            <pc:docMk/>
            <pc:sldMk cId="68466766" sldId="276"/>
            <ac:spMk id="7" creationId="{9363C5E2-A73C-CCE4-74EA-4FCC454A1108}"/>
          </ac:spMkLst>
        </pc:spChg>
      </pc:sldChg>
      <pc:sldChg chg="delSp modSp mod">
        <pc:chgData name="Jhony Gomez" userId="5f1ac8455e56f045" providerId="LiveId" clId="{E84C667A-187F-4064-B7B0-4E60D3583703}" dt="2026-10-03T01:35:00.890" v="964" actId="478"/>
        <pc:sldMkLst>
          <pc:docMk/>
          <pc:sldMk cId="1997614909" sldId="277"/>
        </pc:sldMkLst>
        <pc:spChg chg="del mod">
          <ac:chgData name="Jhony Gomez" userId="5f1ac8455e56f045" providerId="LiveId" clId="{E84C667A-187F-4064-B7B0-4E60D3583703}" dt="2026-10-03T01:35:00.890" v="964" actId="478"/>
          <ac:spMkLst>
            <pc:docMk/>
            <pc:sldMk cId="1997614909" sldId="277"/>
            <ac:spMk id="3" creationId="{ABF2C08E-304B-E197-51F9-87DA3B33BFD4}"/>
          </ac:spMkLst>
        </pc:spChg>
      </pc:sldChg>
      <pc:sldChg chg="addSp delSp modSp add mod">
        <pc:chgData name="Jhony Gomez" userId="5f1ac8455e56f045" providerId="LiveId" clId="{E84C667A-187F-4064-B7B0-4E60D3583703}" dt="2026-10-02T21:15:38.157" v="790" actId="478"/>
        <pc:sldMkLst>
          <pc:docMk/>
          <pc:sldMk cId="67691997" sldId="278"/>
        </pc:sldMkLst>
        <pc:spChg chg="del mod">
          <ac:chgData name="Jhony Gomez" userId="5f1ac8455e56f045" providerId="LiveId" clId="{E84C667A-187F-4064-B7B0-4E60D3583703}" dt="2026-10-02T21:15:38.157" v="790" actId="478"/>
          <ac:spMkLst>
            <pc:docMk/>
            <pc:sldMk cId="67691997" sldId="278"/>
            <ac:spMk id="2" creationId="{C211C435-ED52-9B98-5C15-A49941DA4927}"/>
          </ac:spMkLst>
        </pc:spChg>
        <pc:spChg chg="add mod">
          <ac:chgData name="Jhony Gomez" userId="5f1ac8455e56f045" providerId="LiveId" clId="{E84C667A-187F-4064-B7B0-4E60D3583703}" dt="2026-10-02T20:58:24.635" v="764"/>
          <ac:spMkLst>
            <pc:docMk/>
            <pc:sldMk cId="67691997" sldId="278"/>
            <ac:spMk id="5" creationId="{2DE34A13-28F4-435E-618D-3B80FE82599A}"/>
          </ac:spMkLst>
        </pc:spChg>
        <pc:spChg chg="mod">
          <ac:chgData name="Jhony Gomez" userId="5f1ac8455e56f045" providerId="LiveId" clId="{E84C667A-187F-4064-B7B0-4E60D3583703}" dt="2026-10-02T20:58:06.880" v="761" actId="1076"/>
          <ac:spMkLst>
            <pc:docMk/>
            <pc:sldMk cId="67691997" sldId="278"/>
            <ac:spMk id="9" creationId="{2CB7918C-9539-5D14-ED59-B63CA11E58F2}"/>
          </ac:spMkLst>
        </pc:spChg>
        <pc:picChg chg="mod">
          <ac:chgData name="Jhony Gomez" userId="5f1ac8455e56f045" providerId="LiveId" clId="{E84C667A-187F-4064-B7B0-4E60D3583703}" dt="2026-10-02T20:57:21.712" v="752" actId="1076"/>
          <ac:picMkLst>
            <pc:docMk/>
            <pc:sldMk cId="67691997" sldId="278"/>
            <ac:picMk id="4" creationId="{9D65E5E8-890B-2E54-3C23-71DD72A151A7}"/>
          </ac:picMkLst>
        </pc:picChg>
        <pc:picChg chg="mod">
          <ac:chgData name="Jhony Gomez" userId="5f1ac8455e56f045" providerId="LiveId" clId="{E84C667A-187F-4064-B7B0-4E60D3583703}" dt="2026-10-02T20:57:23.859" v="753" actId="1076"/>
          <ac:picMkLst>
            <pc:docMk/>
            <pc:sldMk cId="67691997" sldId="278"/>
            <ac:picMk id="8" creationId="{CCB062B9-50F6-9C06-8D70-5747BC215C74}"/>
          </ac:picMkLst>
        </pc:picChg>
      </pc:sldChg>
      <pc:sldChg chg="addSp delSp modSp add del mod">
        <pc:chgData name="Jhony Gomez" userId="5f1ac8455e56f045" providerId="LiveId" clId="{E84C667A-187F-4064-B7B0-4E60D3583703}" dt="2026-10-02T20:45:28.098" v="732" actId="47"/>
        <pc:sldMkLst>
          <pc:docMk/>
          <pc:sldMk cId="3897807893" sldId="278"/>
        </pc:sldMkLst>
        <pc:spChg chg="mod">
          <ac:chgData name="Jhony Gomez" userId="5f1ac8455e56f045" providerId="LiveId" clId="{E84C667A-187F-4064-B7B0-4E60D3583703}" dt="2026-10-02T19:29:01.272" v="636" actId="1076"/>
          <ac:spMkLst>
            <pc:docMk/>
            <pc:sldMk cId="3897807893" sldId="278"/>
            <ac:spMk id="3" creationId="{78B687B9-9135-1722-1491-755A765B57C3}"/>
          </ac:spMkLst>
        </pc:spChg>
        <pc:spChg chg="del">
          <ac:chgData name="Jhony Gomez" userId="5f1ac8455e56f045" providerId="LiveId" clId="{E84C667A-187F-4064-B7B0-4E60D3583703}" dt="2026-10-02T19:28:10.736" v="591" actId="478"/>
          <ac:spMkLst>
            <pc:docMk/>
            <pc:sldMk cId="3897807893" sldId="278"/>
            <ac:spMk id="6" creationId="{153B3A20-0D1C-2FAF-D86C-6BCCC276D8C2}"/>
          </ac:spMkLst>
        </pc:spChg>
        <pc:spChg chg="add mod">
          <ac:chgData name="Jhony Gomez" userId="5f1ac8455e56f045" providerId="LiveId" clId="{E84C667A-187F-4064-B7B0-4E60D3583703}" dt="2026-10-02T19:28:06.035" v="590" actId="20577"/>
          <ac:spMkLst>
            <pc:docMk/>
            <pc:sldMk cId="3897807893" sldId="278"/>
            <ac:spMk id="7" creationId="{C8238AF7-741C-407A-271D-5755C69BADAA}"/>
          </ac:spMkLst>
        </pc:sp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4" creationId="{CBDFBA86-BBD4-6CE2-F781-9FCC6C516CFF}"/>
          </ac:picMkLst>
        </pc:pic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5" creationId="{52BA621B-18D1-DBAB-3E62-BC53A781EC19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285759063" sldId="279"/>
        </pc:sldMkLst>
        <pc:spChg chg="mod">
          <ac:chgData name="Jhony Gomez" userId="5f1ac8455e56f045" providerId="LiveId" clId="{E84C667A-187F-4064-B7B0-4E60D3583703}" dt="2026-10-02T19:45:54.065" v="652"/>
          <ac:spMkLst>
            <pc:docMk/>
            <pc:sldMk cId="285759063" sldId="279"/>
            <ac:spMk id="3" creationId="{8DFAC172-FA11-0344-6503-EC643169FC94}"/>
          </ac:spMkLst>
        </pc:spChg>
        <pc:spChg chg="mod">
          <ac:chgData name="Jhony Gomez" userId="5f1ac8455e56f045" providerId="LiveId" clId="{E84C667A-187F-4064-B7B0-4E60D3583703}" dt="2026-10-02T19:45:42.944" v="651"/>
          <ac:spMkLst>
            <pc:docMk/>
            <pc:sldMk cId="285759063" sldId="279"/>
            <ac:spMk id="7" creationId="{76982BC5-6CF4-E0A0-AED6-BCED55DB225C}"/>
          </ac:spMkLst>
        </pc:spChg>
        <pc:picChg chg="mod">
          <ac:chgData name="Jhony Gomez" userId="5f1ac8455e56f045" providerId="LiveId" clId="{E84C667A-187F-4064-B7B0-4E60D3583703}" dt="2026-10-02T19:45:13.313" v="650" actId="14826"/>
          <ac:picMkLst>
            <pc:docMk/>
            <pc:sldMk cId="285759063" sldId="279"/>
            <ac:picMk id="4" creationId="{FCA65178-732A-7F2C-C772-BC573E03D326}"/>
          </ac:picMkLst>
        </pc:picChg>
        <pc:picChg chg="mod">
          <ac:chgData name="Jhony Gomez" userId="5f1ac8455e56f045" providerId="LiveId" clId="{E84C667A-187F-4064-B7B0-4E60D3583703}" dt="2026-10-02T19:43:59.152" v="649" actId="14826"/>
          <ac:picMkLst>
            <pc:docMk/>
            <pc:sldMk cId="285759063" sldId="279"/>
            <ac:picMk id="5" creationId="{A6F2EA18-BE69-29A9-AC8F-611AD637002E}"/>
          </ac:picMkLst>
        </pc:picChg>
      </pc:sldChg>
      <pc:sldChg chg="modSp add del mod">
        <pc:chgData name="Jhony Gomez" userId="5f1ac8455e56f045" providerId="LiveId" clId="{E84C667A-187F-4064-B7B0-4E60D3583703}" dt="2026-10-02T21:02:25.204" v="770" actId="47"/>
        <pc:sldMkLst>
          <pc:docMk/>
          <pc:sldMk cId="943497650" sldId="279"/>
        </pc:sldMkLst>
        <pc:picChg chg="mod">
          <ac:chgData name="Jhony Gomez" userId="5f1ac8455e56f045" providerId="LiveId" clId="{E84C667A-187F-4064-B7B0-4E60D3583703}" dt="2026-10-02T20:47:19.153" v="738" actId="1076"/>
          <ac:picMkLst>
            <pc:docMk/>
            <pc:sldMk cId="943497650" sldId="279"/>
            <ac:picMk id="6" creationId="{5209BCE1-D0F3-DD73-E08B-81F41FDE569C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766772932" sldId="280"/>
        </pc:sldMkLst>
        <pc:spChg chg="mod">
          <ac:chgData name="Jhony Gomez" userId="5f1ac8455e56f045" providerId="LiveId" clId="{E84C667A-187F-4064-B7B0-4E60D3583703}" dt="2026-10-02T19:46:34.414" v="655"/>
          <ac:spMkLst>
            <pc:docMk/>
            <pc:sldMk cId="1766772932" sldId="280"/>
            <ac:spMk id="3" creationId="{0E2946F9-64BA-9E95-5D25-79F8D5A29BF9}"/>
          </ac:spMkLst>
        </pc:spChg>
        <pc:spChg chg="mod">
          <ac:chgData name="Jhony Gomez" userId="5f1ac8455e56f045" providerId="LiveId" clId="{E84C667A-187F-4064-B7B0-4E60D3583703}" dt="2026-10-02T19:46:25.553" v="654"/>
          <ac:spMkLst>
            <pc:docMk/>
            <pc:sldMk cId="1766772932" sldId="280"/>
            <ac:spMk id="7" creationId="{825AC570-4189-F102-87E7-A57592BF730D}"/>
          </ac:spMkLst>
        </pc:spChg>
        <pc:picChg chg="mod">
          <ac:chgData name="Jhony Gomez" userId="5f1ac8455e56f045" providerId="LiveId" clId="{E84C667A-187F-4064-B7B0-4E60D3583703}" dt="2026-10-02T19:51:48.142" v="660" actId="14826"/>
          <ac:picMkLst>
            <pc:docMk/>
            <pc:sldMk cId="1766772932" sldId="280"/>
            <ac:picMk id="4" creationId="{4B9E3327-518C-865D-792A-CC6E880A887F}"/>
          </ac:picMkLst>
        </pc:picChg>
        <pc:picChg chg="mod">
          <ac:chgData name="Jhony Gomez" userId="5f1ac8455e56f045" providerId="LiveId" clId="{E84C667A-187F-4064-B7B0-4E60D3583703}" dt="2026-10-02T19:51:06.009" v="659" actId="14826"/>
          <ac:picMkLst>
            <pc:docMk/>
            <pc:sldMk cId="1766772932" sldId="280"/>
            <ac:picMk id="5" creationId="{63E24D86-FE81-6CC7-0BA5-87DBB985DA27}"/>
          </ac:picMkLst>
        </pc:picChg>
      </pc:sldChg>
      <pc:sldChg chg="addSp delSp modSp add mod">
        <pc:chgData name="Jhony Gomez" userId="5f1ac8455e56f045" providerId="LiveId" clId="{E84C667A-187F-4064-B7B0-4E60D3583703}" dt="2026-10-02T21:05:37.175" v="779"/>
        <pc:sldMkLst>
          <pc:docMk/>
          <pc:sldMk cId="4205287880" sldId="280"/>
        </pc:sldMkLst>
        <pc:spChg chg="del">
          <ac:chgData name="Jhony Gomez" userId="5f1ac8455e56f045" providerId="LiveId" clId="{E84C667A-187F-4064-B7B0-4E60D3583703}" dt="2026-10-02T21:03:11.348" v="773" actId="478"/>
          <ac:spMkLst>
            <pc:docMk/>
            <pc:sldMk cId="4205287880" sldId="280"/>
            <ac:spMk id="2" creationId="{B1D2CE0C-EAD2-74D0-E2CA-C99E3A4E3711}"/>
          </ac:spMkLst>
        </pc:spChg>
        <pc:spChg chg="add del mod">
          <ac:chgData name="Jhony Gomez" userId="5f1ac8455e56f045" providerId="LiveId" clId="{E84C667A-187F-4064-B7B0-4E60D3583703}" dt="2026-10-02T21:03:14.520" v="774" actId="478"/>
          <ac:spMkLst>
            <pc:docMk/>
            <pc:sldMk cId="4205287880" sldId="280"/>
            <ac:spMk id="5" creationId="{575B0CEB-6C17-5622-3BCD-916B2C7CF3EC}"/>
          </ac:spMkLst>
        </pc:spChg>
        <pc:spChg chg="mod">
          <ac:chgData name="Jhony Gomez" userId="5f1ac8455e56f045" providerId="LiveId" clId="{E84C667A-187F-4064-B7B0-4E60D3583703}" dt="2026-10-02T21:05:37.175" v="779"/>
          <ac:spMkLst>
            <pc:docMk/>
            <pc:sldMk cId="4205287880" sldId="280"/>
            <ac:spMk id="9" creationId="{21D2C099-A3B4-8593-48F9-D1C85A03C804}"/>
          </ac:spMkLst>
        </pc:spChg>
        <pc:picChg chg="mod">
          <ac:chgData name="Jhony Gomez" userId="5f1ac8455e56f045" providerId="LiveId" clId="{E84C667A-187F-4064-B7B0-4E60D3583703}" dt="2026-10-02T21:03:06.289" v="772" actId="14826"/>
          <ac:picMkLst>
            <pc:docMk/>
            <pc:sldMk cId="4205287880" sldId="280"/>
            <ac:picMk id="4" creationId="{80EF7478-4D04-3BFD-49D3-C3D9417DB01E}"/>
          </ac:picMkLst>
        </pc:picChg>
        <pc:picChg chg="mod">
          <ac:chgData name="Jhony Gomez" userId="5f1ac8455e56f045" providerId="LiveId" clId="{E84C667A-187F-4064-B7B0-4E60D3583703}" dt="2026-10-02T21:02:04.192" v="767" actId="14826"/>
          <ac:picMkLst>
            <pc:docMk/>
            <pc:sldMk cId="4205287880" sldId="280"/>
            <ac:picMk id="8" creationId="{7A5EEBB1-D09B-41D3-5116-97B5E66F82C2}"/>
          </ac:picMkLst>
        </pc:picChg>
      </pc:sldChg>
      <pc:sldChg chg="addSp delSp modSp add mod">
        <pc:chgData name="Jhony Gomez" userId="5f1ac8455e56f045" providerId="LiveId" clId="{E84C667A-187F-4064-B7B0-4E60D3583703}" dt="2026-10-02T21:10:35.192" v="787" actId="478"/>
        <pc:sldMkLst>
          <pc:docMk/>
          <pc:sldMk cId="959373400" sldId="281"/>
        </pc:sldMkLst>
        <pc:spChg chg="del mod">
          <ac:chgData name="Jhony Gomez" userId="5f1ac8455e56f045" providerId="LiveId" clId="{E84C667A-187F-4064-B7B0-4E60D3583703}" dt="2026-10-02T21:10:35.192" v="787" actId="478"/>
          <ac:spMkLst>
            <pc:docMk/>
            <pc:sldMk cId="959373400" sldId="281"/>
            <ac:spMk id="2" creationId="{D971110B-B1E0-4E58-AB86-804B31E7C116}"/>
          </ac:spMkLst>
        </pc:spChg>
        <pc:spChg chg="add mod">
          <ac:chgData name="Jhony Gomez" userId="5f1ac8455e56f045" providerId="LiveId" clId="{E84C667A-187F-4064-B7B0-4E60D3583703}" dt="2026-10-02T21:06:16.296" v="784"/>
          <ac:spMkLst>
            <pc:docMk/>
            <pc:sldMk cId="959373400" sldId="281"/>
            <ac:spMk id="5" creationId="{D4BBE4C0-6F0E-1D7F-CD28-A5EDB800FBE1}"/>
          </ac:spMkLst>
        </pc:spChg>
        <pc:spChg chg="mod">
          <ac:chgData name="Jhony Gomez" userId="5f1ac8455e56f045" providerId="LiveId" clId="{E84C667A-187F-4064-B7B0-4E60D3583703}" dt="2026-10-02T21:05:54.104" v="781" actId="14100"/>
          <ac:spMkLst>
            <pc:docMk/>
            <pc:sldMk cId="959373400" sldId="281"/>
            <ac:spMk id="9" creationId="{51B24BDB-B602-0CC6-A691-E9F4AFD4093D}"/>
          </ac:spMkLst>
        </pc:spChg>
        <pc:picChg chg="mod">
          <ac:chgData name="Jhony Gomez" userId="5f1ac8455e56f045" providerId="LiveId" clId="{E84C667A-187F-4064-B7B0-4E60D3583703}" dt="2026-10-02T21:05:11.169" v="778" actId="14826"/>
          <ac:picMkLst>
            <pc:docMk/>
            <pc:sldMk cId="959373400" sldId="281"/>
            <ac:picMk id="4" creationId="{974C8B9A-7964-0804-7EA6-47BBAF36CE4F}"/>
          </ac:picMkLst>
        </pc:picChg>
        <pc:picChg chg="mod">
          <ac:chgData name="Jhony Gomez" userId="5f1ac8455e56f045" providerId="LiveId" clId="{E84C667A-187F-4064-B7B0-4E60D3583703}" dt="2026-10-02T21:04:43.577" v="777" actId="14100"/>
          <ac:picMkLst>
            <pc:docMk/>
            <pc:sldMk cId="959373400" sldId="281"/>
            <ac:picMk id="8" creationId="{8E7F5A8D-139D-BCDF-EE09-46F8E75072D9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238367264" sldId="281"/>
        </pc:sldMkLst>
        <pc:spChg chg="mod">
          <ac:chgData name="Jhony Gomez" userId="5f1ac8455e56f045" providerId="LiveId" clId="{E84C667A-187F-4064-B7B0-4E60D3583703}" dt="2026-10-02T19:46:49.536" v="657"/>
          <ac:spMkLst>
            <pc:docMk/>
            <pc:sldMk cId="1238367264" sldId="281"/>
            <ac:spMk id="3" creationId="{CDEA7394-43BA-F159-EB4B-E2F95BCEAE22}"/>
          </ac:spMkLst>
        </pc:spChg>
        <pc:spChg chg="mod">
          <ac:chgData name="Jhony Gomez" userId="5f1ac8455e56f045" providerId="LiveId" clId="{E84C667A-187F-4064-B7B0-4E60D3583703}" dt="2026-10-02T19:46:59.260" v="658"/>
          <ac:spMkLst>
            <pc:docMk/>
            <pc:sldMk cId="1238367264" sldId="281"/>
            <ac:spMk id="7" creationId="{7ABCD1DD-11E4-E448-190A-CBF63423C1FC}"/>
          </ac:spMkLst>
        </pc:spChg>
        <pc:picChg chg="mod">
          <ac:chgData name="Jhony Gomez" userId="5f1ac8455e56f045" providerId="LiveId" clId="{E84C667A-187F-4064-B7B0-4E60D3583703}" dt="2026-10-02T19:53:32.341" v="662" actId="14826"/>
          <ac:picMkLst>
            <pc:docMk/>
            <pc:sldMk cId="1238367264" sldId="281"/>
            <ac:picMk id="4" creationId="{7F137D41-6368-951F-0D39-EEC812DE4E05}"/>
          </ac:picMkLst>
        </pc:picChg>
        <pc:picChg chg="mod">
          <ac:chgData name="Jhony Gomez" userId="5f1ac8455e56f045" providerId="LiveId" clId="{E84C667A-187F-4064-B7B0-4E60D3583703}" dt="2026-10-02T19:52:32.645" v="661" actId="14826"/>
          <ac:picMkLst>
            <pc:docMk/>
            <pc:sldMk cId="1238367264" sldId="281"/>
            <ac:picMk id="5" creationId="{8B817979-FADF-C2E2-3201-53E42592CDA2}"/>
          </ac:picMkLst>
        </pc:picChg>
      </pc:sldChg>
      <pc:sldChg chg="add del">
        <pc:chgData name="Jhony Gomez" userId="5f1ac8455e56f045" providerId="LiveId" clId="{E84C667A-187F-4064-B7B0-4E60D3583703}" dt="2026-10-02T21:02:15.702" v="768" actId="47"/>
        <pc:sldMkLst>
          <pc:docMk/>
          <pc:sldMk cId="179959219" sldId="282"/>
        </pc:sldMkLst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629451263" sldId="282"/>
        </pc:sldMkLst>
        <pc:spChg chg="mod">
          <ac:chgData name="Jhony Gomez" userId="5f1ac8455e56f045" providerId="LiveId" clId="{E84C667A-187F-4064-B7B0-4E60D3583703}" dt="2026-10-02T20:15:05.658" v="684" actId="20577"/>
          <ac:spMkLst>
            <pc:docMk/>
            <pc:sldMk cId="1629451263" sldId="282"/>
            <ac:spMk id="7" creationId="{9BB76030-D906-F57F-7F38-1821917A585E}"/>
          </ac:spMkLst>
        </pc:spChg>
        <pc:picChg chg="mod">
          <ac:chgData name="Jhony Gomez" userId="5f1ac8455e56f045" providerId="LiveId" clId="{E84C667A-187F-4064-B7B0-4E60D3583703}" dt="2026-10-02T20:11:19.559" v="665" actId="14826"/>
          <ac:picMkLst>
            <pc:docMk/>
            <pc:sldMk cId="1629451263" sldId="282"/>
            <ac:picMk id="4" creationId="{590E901A-2218-7E5E-E627-A7A7278E716D}"/>
          </ac:picMkLst>
        </pc:picChg>
        <pc:picChg chg="mod">
          <ac:chgData name="Jhony Gomez" userId="5f1ac8455e56f045" providerId="LiveId" clId="{E84C667A-187F-4064-B7B0-4E60D3583703}" dt="2026-10-02T20:10:01.694" v="664" actId="14826"/>
          <ac:picMkLst>
            <pc:docMk/>
            <pc:sldMk cId="1629451263" sldId="282"/>
            <ac:picMk id="5" creationId="{B9A4A4FD-CC8F-DE06-324E-48B7581CDCB1}"/>
          </ac:picMkLst>
        </pc:picChg>
      </pc:sldChg>
      <pc:sldChg chg="addSp delSp modSp add mod ord">
        <pc:chgData name="Jhony Gomez" userId="5f1ac8455e56f045" providerId="LiveId" clId="{E84C667A-187F-4064-B7B0-4E60D3583703}" dt="2026-10-02T21:54:10.557" v="923" actId="1076"/>
        <pc:sldMkLst>
          <pc:docMk/>
          <pc:sldMk cId="1856416694" sldId="282"/>
        </pc:sldMkLst>
        <pc:spChg chg="del mod">
          <ac:chgData name="Jhony Gomez" userId="5f1ac8455e56f045" providerId="LiveId" clId="{E84C667A-187F-4064-B7B0-4E60D3583703}" dt="2026-10-02T21:23:03.184" v="813" actId="478"/>
          <ac:spMkLst>
            <pc:docMk/>
            <pc:sldMk cId="1856416694" sldId="282"/>
            <ac:spMk id="5" creationId="{C73D641A-7B35-FE89-166E-87EA7D4BC5C9}"/>
          </ac:spMkLst>
        </pc:spChg>
        <pc:spChg chg="add del mod">
          <ac:chgData name="Jhony Gomez" userId="5f1ac8455e56f045" providerId="LiveId" clId="{E84C667A-187F-4064-B7B0-4E60D3583703}" dt="2026-10-02T21:53:57.301" v="921" actId="478"/>
          <ac:spMkLst>
            <pc:docMk/>
            <pc:sldMk cId="1856416694" sldId="282"/>
            <ac:spMk id="7" creationId="{48935E41-2E5E-D033-EF8A-A4D08D00DD7A}"/>
          </ac:spMkLst>
        </pc:spChg>
        <pc:spChg chg="mod">
          <ac:chgData name="Jhony Gomez" userId="5f1ac8455e56f045" providerId="LiveId" clId="{E84C667A-187F-4064-B7B0-4E60D3583703}" dt="2026-10-02T21:54:10.557" v="923" actId="1076"/>
          <ac:spMkLst>
            <pc:docMk/>
            <pc:sldMk cId="1856416694" sldId="282"/>
            <ac:spMk id="9" creationId="{2CA6B2E6-64F5-1B7A-D12F-25F2A19F993F}"/>
          </ac:spMkLst>
        </pc:spChg>
        <pc:spChg chg="add mod">
          <ac:chgData name="Jhony Gomez" userId="5f1ac8455e56f045" providerId="LiveId" clId="{E84C667A-187F-4064-B7B0-4E60D3583703}" dt="2026-10-02T21:40:47.328" v="908" actId="403"/>
          <ac:spMkLst>
            <pc:docMk/>
            <pc:sldMk cId="1856416694" sldId="282"/>
            <ac:spMk id="11" creationId="{98FCDC6A-808B-2DD8-F3C8-45B2EEE1DA8D}"/>
          </ac:spMkLst>
        </pc:spChg>
        <pc:picChg chg="add mod">
          <ac:chgData name="Jhony Gomez" userId="5f1ac8455e56f045" providerId="LiveId" clId="{E84C667A-187F-4064-B7B0-4E60D3583703}" dt="2026-10-02T21:51:44.635" v="915" actId="1076"/>
          <ac:picMkLst>
            <pc:docMk/>
            <pc:sldMk cId="1856416694" sldId="282"/>
            <ac:picMk id="3" creationId="{EB3EF2BA-7219-29CD-79F0-3716BB313656}"/>
          </ac:picMkLst>
        </pc:picChg>
        <pc:picChg chg="mod">
          <ac:chgData name="Jhony Gomez" userId="5f1ac8455e56f045" providerId="LiveId" clId="{E84C667A-187F-4064-B7B0-4E60D3583703}" dt="2026-10-02T21:51:12.298" v="911" actId="14100"/>
          <ac:picMkLst>
            <pc:docMk/>
            <pc:sldMk cId="1856416694" sldId="282"/>
            <ac:picMk id="4" creationId="{CD177C5F-D84A-DDDA-1F5C-B089BBC34477}"/>
          </ac:picMkLst>
        </pc:picChg>
        <pc:picChg chg="del mod">
          <ac:chgData name="Jhony Gomez" userId="5f1ac8455e56f045" providerId="LiveId" clId="{E84C667A-187F-4064-B7B0-4E60D3583703}" dt="2026-10-02T21:22:22.466" v="806" actId="478"/>
          <ac:picMkLst>
            <pc:docMk/>
            <pc:sldMk cId="1856416694" sldId="282"/>
            <ac:picMk id="8" creationId="{9319175E-4FF1-5E66-5065-6FD85DC0BBBA}"/>
          </ac:picMkLst>
        </pc:picChg>
      </pc:sldChg>
      <pc:sldChg chg="delSp modSp add del mod">
        <pc:chgData name="Jhony Gomez" userId="5f1ac8455e56f045" providerId="LiveId" clId="{E84C667A-187F-4064-B7B0-4E60D3583703}" dt="2026-10-02T21:31:09.181" v="834" actId="47"/>
        <pc:sldMkLst>
          <pc:docMk/>
          <pc:sldMk cId="933125987" sldId="283"/>
        </pc:sldMkLst>
        <pc:spChg chg="del">
          <ac:chgData name="Jhony Gomez" userId="5f1ac8455e56f045" providerId="LiveId" clId="{E84C667A-187F-4064-B7B0-4E60D3583703}" dt="2026-10-02T21:29:59.556" v="826" actId="478"/>
          <ac:spMkLst>
            <pc:docMk/>
            <pc:sldMk cId="933125987" sldId="283"/>
            <ac:spMk id="5" creationId="{DF18201D-48A1-7D60-9146-D6A0023C4D86}"/>
          </ac:spMkLst>
        </pc:spChg>
        <pc:spChg chg="mod">
          <ac:chgData name="Jhony Gomez" userId="5f1ac8455e56f045" providerId="LiveId" clId="{E84C667A-187F-4064-B7B0-4E60D3583703}" dt="2026-10-02T21:30:52.376" v="831" actId="14100"/>
          <ac:spMkLst>
            <pc:docMk/>
            <pc:sldMk cId="933125987" sldId="283"/>
            <ac:spMk id="9" creationId="{33F152E9-FCBD-D39B-C809-879B0A08474C}"/>
          </ac:spMkLst>
        </pc:sp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243272698" sldId="283"/>
        </pc:sldMkLst>
        <pc:spChg chg="mod">
          <ac:chgData name="Jhony Gomez" userId="5f1ac8455e56f045" providerId="LiveId" clId="{E84C667A-187F-4064-B7B0-4E60D3583703}" dt="2026-10-02T20:15:18.236" v="691" actId="20577"/>
          <ac:spMkLst>
            <pc:docMk/>
            <pc:sldMk cId="1243272698" sldId="283"/>
            <ac:spMk id="7" creationId="{08FCC4DC-9C80-46CE-098A-794D296FD18E}"/>
          </ac:spMkLst>
        </pc:spChg>
        <pc:picChg chg="mod">
          <ac:chgData name="Jhony Gomez" userId="5f1ac8455e56f045" providerId="LiveId" clId="{E84C667A-187F-4064-B7B0-4E60D3583703}" dt="2026-10-02T20:18:58.799" v="693" actId="14826"/>
          <ac:picMkLst>
            <pc:docMk/>
            <pc:sldMk cId="1243272698" sldId="283"/>
            <ac:picMk id="4" creationId="{46B38A03-C465-89CA-433B-253756E5ADC6}"/>
          </ac:picMkLst>
        </pc:picChg>
        <pc:picChg chg="mod">
          <ac:chgData name="Jhony Gomez" userId="5f1ac8455e56f045" providerId="LiveId" clId="{E84C667A-187F-4064-B7B0-4E60D3583703}" dt="2026-10-02T20:17:39.413" v="692" actId="14826"/>
          <ac:picMkLst>
            <pc:docMk/>
            <pc:sldMk cId="1243272698" sldId="283"/>
            <ac:picMk id="5" creationId="{EA4CE71A-412A-A845-2347-DD305FA1D023}"/>
          </ac:picMkLst>
        </pc:picChg>
      </pc:sldChg>
      <pc:sldChg chg="modSp add mod">
        <pc:chgData name="Jhony Gomez" userId="5f1ac8455e56f045" providerId="LiveId" clId="{E84C667A-187F-4064-B7B0-4E60D3583703}" dt="2026-10-02T21:52:43.395" v="919"/>
        <pc:sldMkLst>
          <pc:docMk/>
          <pc:sldMk cId="3694816150" sldId="283"/>
        </pc:sldMkLst>
        <pc:spChg chg="mod">
          <ac:chgData name="Jhony Gomez" userId="5f1ac8455e56f045" providerId="LiveId" clId="{E84C667A-187F-4064-B7B0-4E60D3583703}" dt="2026-10-02T21:52:32.110" v="918" actId="1076"/>
          <ac:spMkLst>
            <pc:docMk/>
            <pc:sldMk cId="3694816150" sldId="283"/>
            <ac:spMk id="7" creationId="{C1B75107-C201-2D6B-1ED5-A0363D0047FD}"/>
          </ac:spMkLst>
        </pc:spChg>
        <pc:spChg chg="mod">
          <ac:chgData name="Jhony Gomez" userId="5f1ac8455e56f045" providerId="LiveId" clId="{E84C667A-187F-4064-B7B0-4E60D3583703}" dt="2026-10-02T21:52:43.395" v="919"/>
          <ac:spMkLst>
            <pc:docMk/>
            <pc:sldMk cId="3694816150" sldId="283"/>
            <ac:spMk id="9" creationId="{488452C3-331A-CC4A-718C-1CD4F5964723}"/>
          </ac:spMkLst>
        </pc:spChg>
        <pc:picChg chg="mod">
          <ac:chgData name="Jhony Gomez" userId="5f1ac8455e56f045" providerId="LiveId" clId="{E84C667A-187F-4064-B7B0-4E60D3583703}" dt="2026-10-02T21:31:28.102" v="840" actId="14100"/>
          <ac:picMkLst>
            <pc:docMk/>
            <pc:sldMk cId="3694816150" sldId="283"/>
            <ac:picMk id="3" creationId="{CF93DF1F-4611-A738-5F3C-B0AFB7E15F8B}"/>
          </ac:picMkLst>
        </pc:picChg>
        <pc:picChg chg="mod">
          <ac:chgData name="Jhony Gomez" userId="5f1ac8455e56f045" providerId="LiveId" clId="{E84C667A-187F-4064-B7B0-4E60D3583703}" dt="2026-10-02T21:31:53.439" v="843" actId="14100"/>
          <ac:picMkLst>
            <pc:docMk/>
            <pc:sldMk cId="3694816150" sldId="283"/>
            <ac:picMk id="4" creationId="{E6EE3D0C-580E-A869-7E57-8F5B85DA21D9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566163351" sldId="284"/>
        </pc:sldMkLst>
        <pc:spChg chg="mod">
          <ac:chgData name="Jhony Gomez" userId="5f1ac8455e56f045" providerId="LiveId" clId="{E84C667A-187F-4064-B7B0-4E60D3583703}" dt="2026-10-02T20:20:00.745" v="696" actId="20577"/>
          <ac:spMkLst>
            <pc:docMk/>
            <pc:sldMk cId="1566163351" sldId="284"/>
            <ac:spMk id="7" creationId="{D7C5F24A-8443-4D94-202A-0A0DF01275EF}"/>
          </ac:spMkLst>
        </pc:spChg>
        <pc:picChg chg="mod">
          <ac:chgData name="Jhony Gomez" userId="5f1ac8455e56f045" providerId="LiveId" clId="{E84C667A-187F-4064-B7B0-4E60D3583703}" dt="2026-10-02T20:21:43.354" v="698" actId="14826"/>
          <ac:picMkLst>
            <pc:docMk/>
            <pc:sldMk cId="1566163351" sldId="284"/>
            <ac:picMk id="4" creationId="{EB99E518-F572-9A05-FDF2-52A0C5BAE981}"/>
          </ac:picMkLst>
        </pc:picChg>
        <pc:picChg chg="mod">
          <ac:chgData name="Jhony Gomez" userId="5f1ac8455e56f045" providerId="LiveId" clId="{E84C667A-187F-4064-B7B0-4E60D3583703}" dt="2026-10-02T20:20:45.977" v="697" actId="14826"/>
          <ac:picMkLst>
            <pc:docMk/>
            <pc:sldMk cId="1566163351" sldId="284"/>
            <ac:picMk id="5" creationId="{B67A0383-4DBB-12E2-E425-C856AB8827D0}"/>
          </ac:picMkLst>
        </pc:picChg>
      </pc:sldChg>
      <pc:sldChg chg="addSp modSp add mod">
        <pc:chgData name="Jhony Gomez" userId="5f1ac8455e56f045" providerId="LiveId" clId="{E84C667A-187F-4064-B7B0-4E60D3583703}" dt="2026-10-02T21:40:11.453" v="880" actId="403"/>
        <pc:sldMkLst>
          <pc:docMk/>
          <pc:sldMk cId="2627952032" sldId="284"/>
        </pc:sldMkLst>
        <pc:spChg chg="add mod">
          <ac:chgData name="Jhony Gomez" userId="5f1ac8455e56f045" providerId="LiveId" clId="{E84C667A-187F-4064-B7B0-4E60D3583703}" dt="2026-10-02T21:40:11.453" v="880" actId="403"/>
          <ac:spMkLst>
            <pc:docMk/>
            <pc:sldMk cId="2627952032" sldId="284"/>
            <ac:spMk id="5" creationId="{902F4699-52E0-C20A-53A4-6110F87AC86E}"/>
          </ac:spMkLst>
        </pc:spChg>
      </pc:sldChg>
      <pc:sldChg chg="modSp add mod">
        <pc:chgData name="Jhony Gomez" userId="5f1ac8455e56f045" providerId="LiveId" clId="{E84C667A-187F-4064-B7B0-4E60D3583703}" dt="2026-10-02T21:56:40.943" v="928"/>
        <pc:sldMkLst>
          <pc:docMk/>
          <pc:sldMk cId="708655052" sldId="285"/>
        </pc:sldMkLst>
        <pc:spChg chg="mod">
          <ac:chgData name="Jhony Gomez" userId="5f1ac8455e56f045" providerId="LiveId" clId="{E84C667A-187F-4064-B7B0-4E60D3583703}" dt="2026-10-02T21:56:40.943" v="928"/>
          <ac:spMkLst>
            <pc:docMk/>
            <pc:sldMk cId="708655052" sldId="285"/>
            <ac:spMk id="7" creationId="{63305B79-A539-2492-6BE9-5E9B4BDA58F7}"/>
          </ac:spMkLst>
        </pc:spChg>
        <pc:spChg chg="mod">
          <ac:chgData name="Jhony Gomez" userId="5f1ac8455e56f045" providerId="LiveId" clId="{E84C667A-187F-4064-B7B0-4E60D3583703}" dt="2026-10-02T21:56:32.739" v="927"/>
          <ac:spMkLst>
            <pc:docMk/>
            <pc:sldMk cId="708655052" sldId="285"/>
            <ac:spMk id="9" creationId="{8A4954EE-9FDF-CC15-D7A9-19124C9AD5E5}"/>
          </ac:spMkLst>
        </pc:spChg>
        <pc:picChg chg="mod">
          <ac:chgData name="Jhony Gomez" userId="5f1ac8455e56f045" providerId="LiveId" clId="{E84C667A-187F-4064-B7B0-4E60D3583703}" dt="2026-10-02T21:56:10.170" v="926" actId="14826"/>
          <ac:picMkLst>
            <pc:docMk/>
            <pc:sldMk cId="708655052" sldId="285"/>
            <ac:picMk id="3" creationId="{D37EC544-A26A-81BA-4741-10FA269AC5AD}"/>
          </ac:picMkLst>
        </pc:picChg>
        <pc:picChg chg="mod">
          <ac:chgData name="Jhony Gomez" userId="5f1ac8455e56f045" providerId="LiveId" clId="{E84C667A-187F-4064-B7B0-4E60D3583703}" dt="2026-10-02T21:55:48.640" v="925" actId="14100"/>
          <ac:picMkLst>
            <pc:docMk/>
            <pc:sldMk cId="708655052" sldId="285"/>
            <ac:picMk id="4" creationId="{CDF0EB18-2DE6-B866-7C82-3488B1DAC6EC}"/>
          </ac:picMkLst>
        </pc:picChg>
      </pc:sldChg>
      <pc:sldChg chg="add del">
        <pc:chgData name="Jhony Gomez" userId="5f1ac8455e56f045" providerId="LiveId" clId="{E84C667A-187F-4064-B7B0-4E60D3583703}" dt="2026-10-02T21:39:51.289" v="855"/>
        <pc:sldMkLst>
          <pc:docMk/>
          <pc:sldMk cId="2185243862" sldId="285"/>
        </pc:sldMkLst>
      </pc:sldChg>
      <pc:sldChg chg="add del">
        <pc:chgData name="Jhony Gomez" userId="5f1ac8455e56f045" providerId="LiveId" clId="{E84C667A-187F-4064-B7B0-4E60D3583703}" dt="2026-10-02T21:39:41.628" v="853"/>
        <pc:sldMkLst>
          <pc:docMk/>
          <pc:sldMk cId="3370042190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2018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952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349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639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377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795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177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4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062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473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2229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6754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4278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128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9515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8409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794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9EC01AB-426A-4F80-8AF7-F60476348545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3022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F0D08-5F75-4A88-A052-E8DE763EC799}"/>
              </a:ext>
            </a:extLst>
          </p:cNvPr>
          <p:cNvSpPr txBox="1"/>
          <p:nvPr/>
        </p:nvSpPr>
        <p:spPr>
          <a:xfrm>
            <a:off x="3209654" y="886632"/>
            <a:ext cx="701590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TECNOLÓGICO NACIONAL DE MÉXICO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INSTITUTO TECNOLÓGICO DE FRONTERA COMALAPA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Alumno: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Jhony Benjamín Gómez Zacarías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Docente: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Francisco Javier Mingo Velázquez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Materia: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Simulación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Carrera: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Ingeniería en sistemas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Semestre: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05	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Numero de control: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241260006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Fecha: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/>
              <a:t>09</a:t>
            </a:r>
            <a:r>
              <a:rPr kumimoji="0" lang="es-MX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/09/2026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19C598F4-BA14-4C21-8CA1-1A2D25F8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4" y="0"/>
            <a:ext cx="1768475" cy="8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E2F390-DF95-402B-9B98-4F5C4DFB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8"/>
          <a:stretch>
            <a:fillRect/>
          </a:stretch>
        </p:blipFill>
        <p:spPr bwMode="auto">
          <a:xfrm>
            <a:off x="5731770" y="40601"/>
            <a:ext cx="1971675" cy="7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DBB73E5F-CC35-47FE-AA83-6271900B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26" y="-66061"/>
            <a:ext cx="1422400" cy="8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57B25-B6D9-4502-A294-BC3B99EB4BA6}"/>
              </a:ext>
            </a:extLst>
          </p:cNvPr>
          <p:cNvPicPr/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0" y="204787"/>
            <a:ext cx="292417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13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17401-7AAA-4B09-B70B-7A3CA6D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229" y="471646"/>
            <a:ext cx="3621542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111A6-BE16-3200-7ADB-593AC0C08FEF}"/>
              </a:ext>
            </a:extLst>
          </p:cNvPr>
          <p:cNvSpPr txBox="1"/>
          <p:nvPr/>
        </p:nvSpPr>
        <p:spPr>
          <a:xfrm>
            <a:off x="1768206" y="1746488"/>
            <a:ext cx="865558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reporte de práctica se presenta el desarrollo y la simulación de modelos de variables aleatorias discretas implementados en tres entornos distintos: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Python y R Studio. A lo largo del documento se detallan los ejercicios enfocados en distribuciones fundamentales como Bernoulli, Binomial, Poisson, Geométrica, Hipergeométrica y Binomial Negativa. El objetivo principal es mostrar la estructura del código en cada lenguaje, explicando cómo se procesan las fórmulas estadísticas y cómo se generan las gráficas para interpretar los resultados de cada simulación.</a:t>
            </a:r>
          </a:p>
        </p:txBody>
      </p:sp>
    </p:spTree>
    <p:extLst>
      <p:ext uri="{BB962C8B-B14F-4D97-AF65-F5344CB8AC3E}">
        <p14:creationId xmlns:p14="http://schemas.microsoft.com/office/powerpoint/2010/main" val="379692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231-C6F8-9273-9DB7-CCD46BD5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4BB9-4BBC-B7BF-F8EE-90DD9F1F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229" y="471646"/>
            <a:ext cx="3621542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700515-AA2F-B20A-8CEF-9CF4495DD6E2}"/>
              </a:ext>
            </a:extLst>
          </p:cNvPr>
          <p:cNvSpPr txBox="1"/>
          <p:nvPr/>
        </p:nvSpPr>
        <p:spPr>
          <a:xfrm>
            <a:off x="1768206" y="1746488"/>
            <a:ext cx="865558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elaboración de este reporte surge de la necesidad de comprender el comportamiento de los modelos de probabilidad aplicados a problemas reales como el control de inventarios, la inspección de calidad y la medición de tiempos de espera. Desarrollar las simulaciones en tres tecnologías diferentes ayuda a consolidar la lógica de programación y permite comparar las ventajas de cada lenguaje, desde la creación de interfaces visuales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Java, la versatilidad de bibliotecas como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Python, hasta la potencia del análisis de datos directo en la consola de R Studio.</a:t>
            </a:r>
          </a:p>
        </p:txBody>
      </p:sp>
    </p:spTree>
    <p:extLst>
      <p:ext uri="{BB962C8B-B14F-4D97-AF65-F5344CB8AC3E}">
        <p14:creationId xmlns:p14="http://schemas.microsoft.com/office/powerpoint/2010/main" val="38826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C2E1FE-E24B-400D-B39C-537C2CCE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8376" y="1179871"/>
            <a:ext cx="3462003" cy="33180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0D72AF-1616-4663-BC22-54048850ED05}"/>
              </a:ext>
            </a:extLst>
          </p:cNvPr>
          <p:cNvSpPr txBox="1"/>
          <p:nvPr/>
        </p:nvSpPr>
        <p:spPr>
          <a:xfrm>
            <a:off x="1370682" y="5077964"/>
            <a:ext cx="8655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ejercicio lo que se hizo es programar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los algoritmos para simular las distribuciones de Bernoulli, Binomial y Poisson. Todo el proceso de cálculo se programó dentro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según las muestras que pida el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B29CEF-B24F-11B2-F4CD-618D80727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25808" y="1179870"/>
            <a:ext cx="3786267" cy="33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0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2B7A-F3EF-CF15-AE55-747EB4FE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CB062B9-50F6-9C06-8D70-5747BC215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9407" y="1179871"/>
            <a:ext cx="2262974" cy="35651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CB7918C-9539-5D14-ED59-B63CA11E58F2}"/>
              </a:ext>
            </a:extLst>
          </p:cNvPr>
          <p:cNvSpPr txBox="1"/>
          <p:nvPr/>
        </p:nvSpPr>
        <p:spPr>
          <a:xfrm>
            <a:off x="534940" y="4911517"/>
            <a:ext cx="5433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ejemplo, esto se usa cuando queremos simular experimentos de éxito o fracaso, como el lanzamiento de una moneda, el control de piezas defectuosas en una producción o el conteo de clientes que llegan a una ventanilla en cierto tiempo.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65E5E8-890B-2E54-3C23-71DD72A15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0971" y="1179871"/>
            <a:ext cx="3603198" cy="33180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DE34A13-28F4-435E-618D-3B80FE82599A}"/>
              </a:ext>
            </a:extLst>
          </p:cNvPr>
          <p:cNvSpPr txBox="1"/>
          <p:nvPr/>
        </p:nvSpPr>
        <p:spPr>
          <a:xfrm>
            <a:off x="6417548" y="4800966"/>
            <a:ext cx="5433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con ayuda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podemos ver cómo se diseñó la interfaz de usuario, acomodando los campos para meter la información (probabilidad, ensayos y muestras), la tabla con los resultados generados y el gráfico de barras donde se reflejan las frecuencias de forma visual e inmediata.</a:t>
            </a:r>
          </a:p>
        </p:txBody>
      </p:sp>
    </p:spTree>
    <p:extLst>
      <p:ext uri="{BB962C8B-B14F-4D97-AF65-F5344CB8AC3E}">
        <p14:creationId xmlns:p14="http://schemas.microsoft.com/office/powerpoint/2010/main" val="6769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C626-5205-838E-2A0B-E960B8A3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A5EEBB1-D09B-41D3-5116-97B5E66F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0351" y="1179871"/>
            <a:ext cx="3318053" cy="33180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1D2C099-A3B4-8593-48F9-D1C85A03C804}"/>
              </a:ext>
            </a:extLst>
          </p:cNvPr>
          <p:cNvSpPr txBox="1"/>
          <p:nvPr/>
        </p:nvSpPr>
        <p:spPr>
          <a:xfrm>
            <a:off x="1370682" y="5077964"/>
            <a:ext cx="8655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ejercicio lo que se hizo es crear una simulación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enfocada en problemas de logística e inspección de lotes. Se programaron los modelos Geométrico e Hipergeométrico en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calcular la cantidad de pruebas necesarias hasta encontrar una falla o cuántas piezas defectuosas salen al tomar una muestra sin reemplazo.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EF7478-4D04-3BFD-49D3-C3D9417DB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9745" y="1607761"/>
            <a:ext cx="3758392" cy="24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8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0FD2-983B-294F-F824-2FC6F6E8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E7F5A8D-139D-BCDF-EE09-46F8E7507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2762" y="1179871"/>
            <a:ext cx="2556386" cy="374282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1B24BDB-B602-0CC6-A691-E9F4AFD4093D}"/>
              </a:ext>
            </a:extLst>
          </p:cNvPr>
          <p:cNvSpPr txBox="1"/>
          <p:nvPr/>
        </p:nvSpPr>
        <p:spPr>
          <a:xfrm>
            <a:off x="1370682" y="5077964"/>
            <a:ext cx="5157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ejemplo, esto se usa cuando una empresa necesita revisar el stock de su almacén, evaluar la calidad de un lote de piezas que acaba de llegar de un proveedor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4C8B9A-7964-0804-7EA6-47BBAF36C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9745" y="1200369"/>
            <a:ext cx="3758392" cy="327705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4BBE4C0-6F0E-1D7F-CD28-A5EDB800FBE1}"/>
              </a:ext>
            </a:extLst>
          </p:cNvPr>
          <p:cNvSpPr txBox="1"/>
          <p:nvPr/>
        </p:nvSpPr>
        <p:spPr>
          <a:xfrm>
            <a:off x="6665353" y="5083276"/>
            <a:ext cx="5157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con ayuda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podemos ver el diseño de la pantalla, donde el usuario puede ingresar los datos del tamaño del lote, las piezas defectuosas y el tamaño de la muestra</a:t>
            </a:r>
          </a:p>
        </p:txBody>
      </p:sp>
    </p:spTree>
    <p:extLst>
      <p:ext uri="{BB962C8B-B14F-4D97-AF65-F5344CB8AC3E}">
        <p14:creationId xmlns:p14="http://schemas.microsoft.com/office/powerpoint/2010/main" val="95937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4269-2B45-D8C6-6827-326793DB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BE8828A-CB94-9A8B-39F1-02457FA3A1D4}"/>
              </a:ext>
            </a:extLst>
          </p:cNvPr>
          <p:cNvSpPr txBox="1"/>
          <p:nvPr/>
        </p:nvSpPr>
        <p:spPr>
          <a:xfrm>
            <a:off x="633263" y="4507693"/>
            <a:ext cx="50075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esta parte desarrollamos un script en Python que simula las distribuciones de Bernoulli, Binomial y Poisson. A través de las librerías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construimos las funciones para procesar las fórmulas estadísticas y usamos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mostrar los resultados en pantalla.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602069-301D-160F-B784-66A35211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439" y="757084"/>
            <a:ext cx="5627184" cy="30916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B3070B-7C8D-D6CA-88A9-80EF24B90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3921" y="619276"/>
            <a:ext cx="4967631" cy="322941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222D2D-5C93-C613-1682-C2AB3705CA2B}"/>
              </a:ext>
            </a:extLst>
          </p:cNvPr>
          <p:cNvSpPr txBox="1"/>
          <p:nvPr/>
        </p:nvSpPr>
        <p:spPr>
          <a:xfrm>
            <a:off x="6709599" y="4704339"/>
            <a:ext cx="4626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Este tipo de simulación sirve para analizar situaciones reales de probabilidad, como saber las posibilidades de éxito en un experimento o predecir cuántos eventos van a ocurrir en determinado periodo.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2F4699-52E0-C20A-53A4-6110F87AC86E}"/>
              </a:ext>
            </a:extLst>
          </p:cNvPr>
          <p:cNvSpPr txBox="1"/>
          <p:nvPr/>
        </p:nvSpPr>
        <p:spPr>
          <a:xfrm>
            <a:off x="633262" y="98084"/>
            <a:ext cx="500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Ejercicios en Python</a:t>
            </a:r>
          </a:p>
        </p:txBody>
      </p:sp>
    </p:spTree>
    <p:extLst>
      <p:ext uri="{BB962C8B-B14F-4D97-AF65-F5344CB8AC3E}">
        <p14:creationId xmlns:p14="http://schemas.microsoft.com/office/powerpoint/2010/main" val="262795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58E8-6B57-3362-46C4-6BCC79F4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488452C3-331A-CC4A-718C-1CD4F5964723}"/>
              </a:ext>
            </a:extLst>
          </p:cNvPr>
          <p:cNvSpPr txBox="1"/>
          <p:nvPr/>
        </p:nvSpPr>
        <p:spPr>
          <a:xfrm>
            <a:off x="6567948" y="4036760"/>
            <a:ext cx="5007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pantalla podemos observar cómo el script procesa las muestras pedidas y despliega el histograma correspondiente, permitiendo ver rápido la tendencia de los datos de inventario.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EE3D0C-580E-A869-7E57-8F5B85DA2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165" y="109822"/>
            <a:ext cx="5503035" cy="314498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F93DF1F-4611-A738-5F3C-B0AFB7E15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515" y="3568156"/>
            <a:ext cx="4626995" cy="318002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1B75107-C201-2D6B-1ED5-A0363D0047FD}"/>
              </a:ext>
            </a:extLst>
          </p:cNvPr>
          <p:cNvSpPr txBox="1"/>
          <p:nvPr/>
        </p:nvSpPr>
        <p:spPr>
          <a:xfrm>
            <a:off x="6567948" y="426122"/>
            <a:ext cx="4626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segundo caso implementamos un programa enfocado en problemas de inspección y fallas, usando los modelos Geométrico e Hipergeométrico. El código evalúa la cantidad de intentos necesarios hasta hallar un defecto o las unidades malas que salen al tomar muestras de un lote sin reemplazo.</a:t>
            </a:r>
          </a:p>
        </p:txBody>
      </p:sp>
    </p:spTree>
    <p:extLst>
      <p:ext uri="{BB962C8B-B14F-4D97-AF65-F5344CB8AC3E}">
        <p14:creationId xmlns:p14="http://schemas.microsoft.com/office/powerpoint/2010/main" val="3694816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D5C7-79FD-FB25-C1E0-3806D3FF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CA6B2E6-64F5-1B7A-D12F-25F2A19F993F}"/>
              </a:ext>
            </a:extLst>
          </p:cNvPr>
          <p:cNvSpPr txBox="1"/>
          <p:nvPr/>
        </p:nvSpPr>
        <p:spPr>
          <a:xfrm>
            <a:off x="1803302" y="4910816"/>
            <a:ext cx="8137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reporte abordamos el problema de inventarios y revisión de lotes mediante un script desarrollado en R Studio. Programamos las funciones para los modelos Geométrico e Hipergeométrico, permitiendo simular desde cuántas pruebas se realizan antes de detectar un fallo hasta la cantidad de artículos defectuosos en una muestra sin reemplazo.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177C5F-D84A-DDDA-1F5C-B089BBC34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310" y="927522"/>
            <a:ext cx="5776131" cy="331018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B3EF2BA-7219-29CD-79F0-3716BB313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6095" y="927522"/>
            <a:ext cx="4510499" cy="331917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8FCDC6A-808B-2DD8-F3C8-45B2EEE1DA8D}"/>
              </a:ext>
            </a:extLst>
          </p:cNvPr>
          <p:cNvSpPr txBox="1"/>
          <p:nvPr/>
        </p:nvSpPr>
        <p:spPr>
          <a:xfrm>
            <a:off x="775831" y="134316"/>
            <a:ext cx="5007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Ejercicios en </a:t>
            </a:r>
            <a:r>
              <a:rPr lang="es-MX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1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5FC3-D25E-A740-1DA8-559E2E0C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8A4954EE-9FDF-CC15-D7A9-19124C9AD5E5}"/>
              </a:ext>
            </a:extLst>
          </p:cNvPr>
          <p:cNvSpPr txBox="1"/>
          <p:nvPr/>
        </p:nvSpPr>
        <p:spPr>
          <a:xfrm>
            <a:off x="633263" y="4507693"/>
            <a:ext cx="50075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este último caso creamos un script en R centrado en el análisis de eventos discretos y tiempos de espera. Implementamos los modelos de Poisson y Binomial Negativa para registrar la ocurrencia de sucesos en un intervalo fijo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F0EB18-2DE6-B866-7C82-3488B1DAC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143" y="927522"/>
            <a:ext cx="5180296" cy="331018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37EC544-A26A-81BA-4741-10FA269AC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0877" y="927522"/>
            <a:ext cx="4200934" cy="33191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3305B79-A539-2492-6BE9-5E9B4BDA58F7}"/>
              </a:ext>
            </a:extLst>
          </p:cNvPr>
          <p:cNvSpPr txBox="1"/>
          <p:nvPr/>
        </p:nvSpPr>
        <p:spPr>
          <a:xfrm>
            <a:off x="6709599" y="4704339"/>
            <a:ext cx="4626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Su uso práctico se da en el estudio de líneas de espera y atención al cliente, por ejemplo para estimar llamadas recibidas en un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center o calcular la resistencia de un proceso en pruebas de estrés.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3857B6-BC52-D531-6D28-91F24DE70FB5}"/>
              </a:ext>
            </a:extLst>
          </p:cNvPr>
          <p:cNvSpPr txBox="1"/>
          <p:nvPr/>
        </p:nvSpPr>
        <p:spPr>
          <a:xfrm>
            <a:off x="775831" y="134316"/>
            <a:ext cx="5007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Ejercicios en </a:t>
            </a:r>
            <a:r>
              <a:rPr lang="es-MX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65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06DD-4A16-4656-8106-12D0CEEC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3166233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A5E05-1FDE-B322-0863-21055419B1EE}"/>
              </a:ext>
            </a:extLst>
          </p:cNvPr>
          <p:cNvSpPr txBox="1"/>
          <p:nvPr/>
        </p:nvSpPr>
        <p:spPr>
          <a:xfrm>
            <a:off x="1768206" y="1746488"/>
            <a:ext cx="865558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 la realización de esta práctica se logró implementar y validar con éxito cada uno de los programas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Python y R Studio. Se comprobó que los algoritmos generados producen los valores esperados para cada tipo de distribución y que la representación gráfica de las frecuencias facilita el análisis de los datos.</a:t>
            </a:r>
          </a:p>
        </p:txBody>
      </p:sp>
    </p:spTree>
    <p:extLst>
      <p:ext uri="{BB962C8B-B14F-4D97-AF65-F5344CB8AC3E}">
        <p14:creationId xmlns:p14="http://schemas.microsoft.com/office/powerpoint/2010/main" val="312372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7A9-AC65-E2E9-8338-904D7DDD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BDA8-CF76-F24C-561C-C5756079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142" y="648930"/>
            <a:ext cx="6823711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bibliográficas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5E2AD0-D9A4-31C8-2E91-C6B686D4C347}"/>
              </a:ext>
            </a:extLst>
          </p:cNvPr>
          <p:cNvSpPr txBox="1"/>
          <p:nvPr/>
        </p:nvSpPr>
        <p:spPr>
          <a:xfrm>
            <a:off x="1768203" y="2049460"/>
            <a:ext cx="8655587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Las actividades se realizaron con base a lo aprendido en clase del profesor Francisco Mingo</a:t>
            </a:r>
          </a:p>
        </p:txBody>
      </p:sp>
    </p:spTree>
    <p:extLst>
      <p:ext uri="{BB962C8B-B14F-4D97-AF65-F5344CB8AC3E}">
        <p14:creationId xmlns:p14="http://schemas.microsoft.com/office/powerpoint/2010/main" val="6846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B58-CE6A-0D56-D0E4-5F0E074A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83AF-666F-C1A4-0F93-1E06E78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4906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Link de Git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7614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1917</TotalTime>
  <Words>870</Words>
  <Application>Microsoft Office PowerPoint</Application>
  <PresentationFormat>Panorámica</PresentationFormat>
  <Paragraphs>38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Malla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Fuentes bibliográficas </vt:lpstr>
      <vt:lpstr>Link de Git hub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</dc:creator>
  <cp:lastModifiedBy>Jhony Gomez</cp:lastModifiedBy>
  <cp:revision>12</cp:revision>
  <dcterms:created xsi:type="dcterms:W3CDTF">2026-06-13T06:22:31Z</dcterms:created>
  <dcterms:modified xsi:type="dcterms:W3CDTF">2026-10-03T01:35:02Z</dcterms:modified>
</cp:coreProperties>
</file>
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6" r:id="rId1"/>
  </p:sldMasterIdLst>
  <p:sldIdLst>
    <p:sldId id="269" r:id="rId2"/>
    <p:sldId id="257" r:id="rId3"/>
    <p:sldId id="275" r:id="rId4"/>
    <p:sldId id="260" r:id="rId5"/>
    <p:sldId id="259" r:id="rId6"/>
    <p:sldId id="278" r:id="rId7"/>
    <p:sldId id="279" r:id="rId8"/>
    <p:sldId id="280" r:id="rId9"/>
    <p:sldId id="281" r:id="rId10"/>
    <p:sldId id="282" r:id="rId11"/>
    <p:sldId id="283" r:id="rId12"/>
    <p:sldId id="284" r:id="rId13"/>
    <p:sldId id="267" r:id="rId14"/>
    <p:sldId id="276" r:id="rId15"/>
    <p:sldId id="277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C98289F-DDAA-4A06-B800-FD2E113FEA27}" v="10" dt="2026-10-02T20:19:10.9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hony Gomez" userId="5f1ac8455e56f045" providerId="LiveId" clId="{E84C667A-187F-4064-B7B0-4E60D3583703}"/>
    <pc:docChg chg="undo custSel addSld delSld modSld sldOrd">
      <pc:chgData name="Jhony Gomez" userId="5f1ac8455e56f045" providerId="LiveId" clId="{E84C667A-187F-4064-B7B0-4E60D3583703}" dt="2026-10-02T20:25:38.173" v="706" actId="20577"/>
      <pc:docMkLst>
        <pc:docMk/>
      </pc:docMkLst>
      <pc:sldChg chg="modSp mod">
        <pc:chgData name="Jhony Gomez" userId="5f1ac8455e56f045" providerId="LiveId" clId="{E84C667A-187F-4064-B7B0-4E60D3583703}" dt="2026-10-02T20:23:59.825" v="699"/>
        <pc:sldMkLst>
          <pc:docMk/>
          <pc:sldMk cId="3796923850" sldId="257"/>
        </pc:sldMkLst>
        <pc:spChg chg="mod">
          <ac:chgData name="Jhony Gomez" userId="5f1ac8455e56f045" providerId="LiveId" clId="{E84C667A-187F-4064-B7B0-4E60D3583703}" dt="2026-10-02T20:23:59.825" v="699"/>
          <ac:spMkLst>
            <pc:docMk/>
            <pc:sldMk cId="3796923850" sldId="257"/>
            <ac:spMk id="3" creationId="{7B18346E-19AE-4D09-B7C4-FDEC387ED055}"/>
          </ac:spMkLst>
        </pc:spChg>
      </pc:sldChg>
      <pc:sldChg chg="addSp delSp modSp mod">
        <pc:chgData name="Jhony Gomez" userId="5f1ac8455e56f045" providerId="LiveId" clId="{E84C667A-187F-4064-B7B0-4E60D3583703}" dt="2026-10-02T19:27:22.823" v="564" actId="1036"/>
        <pc:sldMkLst>
          <pc:docMk/>
          <pc:sldMk cId="688008859" sldId="259"/>
        </pc:sldMkLst>
        <pc:spChg chg="mod">
          <ac:chgData name="Jhony Gomez" userId="5f1ac8455e56f045" providerId="LiveId" clId="{E84C667A-187F-4064-B7B0-4E60D3583703}" dt="2026-10-02T19:26:57.495" v="532" actId="20577"/>
          <ac:spMkLst>
            <pc:docMk/>
            <pc:sldMk cId="688008859" sldId="259"/>
            <ac:spMk id="3" creationId="{36661F83-9138-FCD6-4420-87D87F86C298}"/>
          </ac:spMkLst>
        </pc:spChg>
        <pc:spChg chg="del">
          <ac:chgData name="Jhony Gomez" userId="5f1ac8455e56f045" providerId="LiveId" clId="{E84C667A-187F-4064-B7B0-4E60D3583703}" dt="2026-10-02T19:26:25.165" v="489" actId="478"/>
          <ac:spMkLst>
            <pc:docMk/>
            <pc:sldMk cId="688008859" sldId="259"/>
            <ac:spMk id="6" creationId="{B48FF391-EF05-4D35-A0F2-2EC6D8F621D5}"/>
          </ac:spMkLst>
        </pc:spChg>
        <pc:spChg chg="add mod">
          <ac:chgData name="Jhony Gomez" userId="5f1ac8455e56f045" providerId="LiveId" clId="{E84C667A-187F-4064-B7B0-4E60D3583703}" dt="2026-10-02T19:27:09.703" v="542" actId="20577"/>
          <ac:spMkLst>
            <pc:docMk/>
            <pc:sldMk cId="688008859" sldId="259"/>
            <ac:spMk id="8" creationId="{757CD6AB-94E8-37AC-51A2-1D9889E9A341}"/>
          </ac:spMkLst>
        </pc:spChg>
        <pc:picChg chg="add mod">
          <ac:chgData name="Jhony Gomez" userId="5f1ac8455e56f045" providerId="LiveId" clId="{E84C667A-187F-4064-B7B0-4E60D3583703}" dt="2026-10-02T19:27:22.823" v="564" actId="1036"/>
          <ac:picMkLst>
            <pc:docMk/>
            <pc:sldMk cId="688008859" sldId="259"/>
            <ac:picMk id="4" creationId="{09054FC7-283F-D5D9-C7AB-B31188EA0691}"/>
          </ac:picMkLst>
        </pc:picChg>
        <pc:picChg chg="mod">
          <ac:chgData name="Jhony Gomez" userId="5f1ac8455e56f045" providerId="LiveId" clId="{E84C667A-187F-4064-B7B0-4E60D3583703}" dt="2026-10-02T19:27:19.215" v="552" actId="1036"/>
          <ac:picMkLst>
            <pc:docMk/>
            <pc:sldMk cId="688008859" sldId="259"/>
            <ac:picMk id="5" creationId="{C10439F5-F354-4B14-B48E-18D2F503B458}"/>
          </ac:picMkLst>
        </pc:picChg>
      </pc:sldChg>
      <pc:sldChg chg="addSp delSp modSp mod">
        <pc:chgData name="Jhony Gomez" userId="5f1ac8455e56f045" providerId="LiveId" clId="{E84C667A-187F-4064-B7B0-4E60D3583703}" dt="2026-10-02T19:19:40.881" v="480" actId="1076"/>
        <pc:sldMkLst>
          <pc:docMk/>
          <pc:sldMk cId="2537704845" sldId="260"/>
        </pc:sldMkLst>
        <pc:spChg chg="mod">
          <ac:chgData name="Jhony Gomez" userId="5f1ac8455e56f045" providerId="LiveId" clId="{E84C667A-187F-4064-B7B0-4E60D3583703}" dt="2026-10-02T19:16:56.489" v="406" actId="20577"/>
          <ac:spMkLst>
            <pc:docMk/>
            <pc:sldMk cId="2537704845" sldId="260"/>
            <ac:spMk id="2" creationId="{DB9BA5BF-6C39-E8FE-6B4B-4094409CB28C}"/>
          </ac:spMkLst>
        </pc:spChg>
        <pc:spChg chg="add del mod">
          <ac:chgData name="Jhony Gomez" userId="5f1ac8455e56f045" providerId="LiveId" clId="{E84C667A-187F-4064-B7B0-4E60D3583703}" dt="2026-10-02T19:19:40.881" v="480" actId="1076"/>
          <ac:spMkLst>
            <pc:docMk/>
            <pc:sldMk cId="2537704845" sldId="260"/>
            <ac:spMk id="9" creationId="{480D72AF-1616-4663-BC22-54048850ED05}"/>
          </ac:spMkLst>
        </pc:spChg>
        <pc:picChg chg="add mod">
          <ac:chgData name="Jhony Gomez" userId="5f1ac8455e56f045" providerId="LiveId" clId="{E84C667A-187F-4064-B7B0-4E60D3583703}" dt="2026-10-02T18:38:37.811" v="365" actId="14826"/>
          <ac:picMkLst>
            <pc:docMk/>
            <pc:sldMk cId="2537704845" sldId="260"/>
            <ac:picMk id="4" creationId="{61B29CEF-B24F-11B2-F4CD-618D80727BAD}"/>
          </ac:picMkLst>
        </pc:picChg>
        <pc:picChg chg="mod">
          <ac:chgData name="Jhony Gomez" userId="5f1ac8455e56f045" providerId="LiveId" clId="{E84C667A-187F-4064-B7B0-4E60D3583703}" dt="2026-10-02T18:37:36.842" v="362" actId="14100"/>
          <ac:picMkLst>
            <pc:docMk/>
            <pc:sldMk cId="2537704845" sldId="260"/>
            <ac:picMk id="8" creationId="{DEC2E1FE-E24B-400D-B39C-537C2CCED519}"/>
          </ac:picMkLst>
        </pc:picChg>
      </pc:sldChg>
      <pc:sldChg chg="modSp mod">
        <pc:chgData name="Jhony Gomez" userId="5f1ac8455e56f045" providerId="LiveId" clId="{E84C667A-187F-4064-B7B0-4E60D3583703}" dt="2026-10-02T20:24:24.658" v="701"/>
        <pc:sldMkLst>
          <pc:docMk/>
          <pc:sldMk cId="3123720289" sldId="267"/>
        </pc:sldMkLst>
        <pc:spChg chg="mod">
          <ac:chgData name="Jhony Gomez" userId="5f1ac8455e56f045" providerId="LiveId" clId="{E84C667A-187F-4064-B7B0-4E60D3583703}" dt="2026-10-02T20:24:24.658" v="701"/>
          <ac:spMkLst>
            <pc:docMk/>
            <pc:sldMk cId="3123720289" sldId="267"/>
            <ac:spMk id="3" creationId="{0C566EE3-A2DC-4634-A827-7F8CAF749E37}"/>
          </ac:spMkLst>
        </pc:spChg>
      </pc:sldChg>
      <pc:sldChg chg="del">
        <pc:chgData name="Jhony Gomez" userId="5f1ac8455e56f045" providerId="LiveId" clId="{E84C667A-187F-4064-B7B0-4E60D3583703}" dt="2026-10-02T20:11:32.237" v="669" actId="47"/>
        <pc:sldMkLst>
          <pc:docMk/>
          <pc:sldMk cId="3570899494" sldId="268"/>
        </pc:sldMkLst>
      </pc:sldChg>
      <pc:sldChg chg="modSp mod">
        <pc:chgData name="Jhony Gomez" userId="5f1ac8455e56f045" providerId="LiveId" clId="{E84C667A-187F-4064-B7B0-4E60D3583703}" dt="2026-10-02T20:25:38.173" v="706" actId="20577"/>
        <pc:sldMkLst>
          <pc:docMk/>
          <pc:sldMk cId="1200137787" sldId="269"/>
        </pc:sldMkLst>
        <pc:spChg chg="mod">
          <ac:chgData name="Jhony Gomez" userId="5f1ac8455e56f045" providerId="LiveId" clId="{E84C667A-187F-4064-B7B0-4E60D3583703}" dt="2026-10-02T20:25:38.173" v="706" actId="20577"/>
          <ac:spMkLst>
            <pc:docMk/>
            <pc:sldMk cId="1200137787" sldId="269"/>
            <ac:spMk id="4" creationId="{ABAF0D08-5F75-4A88-A052-E8DE763EC799}"/>
          </ac:spMkLst>
        </pc:spChg>
      </pc:sldChg>
      <pc:sldChg chg="del ord">
        <pc:chgData name="Jhony Gomez" userId="5f1ac8455e56f045" providerId="LiveId" clId="{E84C667A-187F-4064-B7B0-4E60D3583703}" dt="2026-10-02T20:11:27.333" v="666" actId="47"/>
        <pc:sldMkLst>
          <pc:docMk/>
          <pc:sldMk cId="718128432" sldId="270"/>
        </pc:sldMkLst>
      </pc:sldChg>
      <pc:sldChg chg="del">
        <pc:chgData name="Jhony Gomez" userId="5f1ac8455e56f045" providerId="LiveId" clId="{E84C667A-187F-4064-B7B0-4E60D3583703}" dt="2026-10-02T20:11:33.680" v="670" actId="47"/>
        <pc:sldMkLst>
          <pc:docMk/>
          <pc:sldMk cId="2478068490" sldId="271"/>
        </pc:sldMkLst>
      </pc:sldChg>
      <pc:sldChg chg="del">
        <pc:chgData name="Jhony Gomez" userId="5f1ac8455e56f045" providerId="LiveId" clId="{E84C667A-187F-4064-B7B0-4E60D3583703}" dt="2026-10-02T20:11:37.465" v="672" actId="47"/>
        <pc:sldMkLst>
          <pc:docMk/>
          <pc:sldMk cId="4116469412" sldId="272"/>
        </pc:sldMkLst>
      </pc:sldChg>
      <pc:sldChg chg="del">
        <pc:chgData name="Jhony Gomez" userId="5f1ac8455e56f045" providerId="LiveId" clId="{E84C667A-187F-4064-B7B0-4E60D3583703}" dt="2026-10-02T20:11:36.073" v="671" actId="47"/>
        <pc:sldMkLst>
          <pc:docMk/>
          <pc:sldMk cId="254935079" sldId="273"/>
        </pc:sldMkLst>
      </pc:sldChg>
      <pc:sldChg chg="del">
        <pc:chgData name="Jhony Gomez" userId="5f1ac8455e56f045" providerId="LiveId" clId="{E84C667A-187F-4064-B7B0-4E60D3583703}" dt="2026-10-02T20:11:40.597" v="673" actId="47"/>
        <pc:sldMkLst>
          <pc:docMk/>
          <pc:sldMk cId="3123317970" sldId="274"/>
        </pc:sldMkLst>
      </pc:sldChg>
      <pc:sldChg chg="modSp mod">
        <pc:chgData name="Jhony Gomez" userId="5f1ac8455e56f045" providerId="LiveId" clId="{E84C667A-187F-4064-B7B0-4E60D3583703}" dt="2026-10-02T20:24:08.823" v="700"/>
        <pc:sldMkLst>
          <pc:docMk/>
          <pc:sldMk cId="388262627" sldId="275"/>
        </pc:sldMkLst>
        <pc:spChg chg="mod">
          <ac:chgData name="Jhony Gomez" userId="5f1ac8455e56f045" providerId="LiveId" clId="{E84C667A-187F-4064-B7B0-4E60D3583703}" dt="2026-10-02T20:24:08.823" v="700"/>
          <ac:spMkLst>
            <pc:docMk/>
            <pc:sldMk cId="388262627" sldId="275"/>
            <ac:spMk id="3" creationId="{75533C0F-1DCB-3D6B-9B90-59607F5A37E7}"/>
          </ac:spMkLst>
        </pc:spChg>
      </pc:sldChg>
      <pc:sldChg chg="modSp mod">
        <pc:chgData name="Jhony Gomez" userId="5f1ac8455e56f045" providerId="LiveId" clId="{E84C667A-187F-4064-B7B0-4E60D3583703}" dt="2026-10-02T20:24:37.555" v="702" actId="20577"/>
        <pc:sldMkLst>
          <pc:docMk/>
          <pc:sldMk cId="1997614909" sldId="277"/>
        </pc:sldMkLst>
        <pc:spChg chg="mod">
          <ac:chgData name="Jhony Gomez" userId="5f1ac8455e56f045" providerId="LiveId" clId="{E84C667A-187F-4064-B7B0-4E60D3583703}" dt="2026-10-02T20:24:37.555" v="702" actId="20577"/>
          <ac:spMkLst>
            <pc:docMk/>
            <pc:sldMk cId="1997614909" sldId="277"/>
            <ac:spMk id="3" creationId="{ABF2C08E-304B-E197-51F9-87DA3B33BFD4}"/>
          </ac:spMkLst>
        </pc:spChg>
      </pc:sldChg>
      <pc:sldChg chg="addSp delSp modSp add mod">
        <pc:chgData name="Jhony Gomez" userId="5f1ac8455e56f045" providerId="LiveId" clId="{E84C667A-187F-4064-B7B0-4E60D3583703}" dt="2026-10-02T19:29:05.885" v="645" actId="1036"/>
        <pc:sldMkLst>
          <pc:docMk/>
          <pc:sldMk cId="3897807893" sldId="278"/>
        </pc:sldMkLst>
        <pc:spChg chg="mod">
          <ac:chgData name="Jhony Gomez" userId="5f1ac8455e56f045" providerId="LiveId" clId="{E84C667A-187F-4064-B7B0-4E60D3583703}" dt="2026-10-02T19:29:01.272" v="636" actId="1076"/>
          <ac:spMkLst>
            <pc:docMk/>
            <pc:sldMk cId="3897807893" sldId="278"/>
            <ac:spMk id="3" creationId="{78B687B9-9135-1722-1491-755A765B57C3}"/>
          </ac:spMkLst>
        </pc:spChg>
        <pc:spChg chg="del">
          <ac:chgData name="Jhony Gomez" userId="5f1ac8455e56f045" providerId="LiveId" clId="{E84C667A-187F-4064-B7B0-4E60D3583703}" dt="2026-10-02T19:28:10.736" v="591" actId="478"/>
          <ac:spMkLst>
            <pc:docMk/>
            <pc:sldMk cId="3897807893" sldId="278"/>
            <ac:spMk id="6" creationId="{153B3A20-0D1C-2FAF-D86C-6BCCC276D8C2}"/>
          </ac:spMkLst>
        </pc:spChg>
        <pc:spChg chg="add mod">
          <ac:chgData name="Jhony Gomez" userId="5f1ac8455e56f045" providerId="LiveId" clId="{E84C667A-187F-4064-B7B0-4E60D3583703}" dt="2026-10-02T19:28:06.035" v="590" actId="20577"/>
          <ac:spMkLst>
            <pc:docMk/>
            <pc:sldMk cId="3897807893" sldId="278"/>
            <ac:spMk id="7" creationId="{C8238AF7-741C-407A-271D-5755C69BADAA}"/>
          </ac:spMkLst>
        </pc:spChg>
        <pc:picChg chg="mod">
          <ac:chgData name="Jhony Gomez" userId="5f1ac8455e56f045" providerId="LiveId" clId="{E84C667A-187F-4064-B7B0-4E60D3583703}" dt="2026-10-02T19:29:05.885" v="645" actId="1036"/>
          <ac:picMkLst>
            <pc:docMk/>
            <pc:sldMk cId="3897807893" sldId="278"/>
            <ac:picMk id="4" creationId="{CBDFBA86-BBD4-6CE2-F781-9FCC6C516CFF}"/>
          </ac:picMkLst>
        </pc:picChg>
        <pc:picChg chg="mod">
          <ac:chgData name="Jhony Gomez" userId="5f1ac8455e56f045" providerId="LiveId" clId="{E84C667A-187F-4064-B7B0-4E60D3583703}" dt="2026-10-02T19:29:05.885" v="645" actId="1036"/>
          <ac:picMkLst>
            <pc:docMk/>
            <pc:sldMk cId="3897807893" sldId="278"/>
            <ac:picMk id="5" creationId="{52BA621B-18D1-DBAB-3E62-BC53A781EC19}"/>
          </ac:picMkLst>
        </pc:picChg>
      </pc:sldChg>
      <pc:sldChg chg="modSp add mod">
        <pc:chgData name="Jhony Gomez" userId="5f1ac8455e56f045" providerId="LiveId" clId="{E84C667A-187F-4064-B7B0-4E60D3583703}" dt="2026-10-02T19:45:54.065" v="652"/>
        <pc:sldMkLst>
          <pc:docMk/>
          <pc:sldMk cId="285759063" sldId="279"/>
        </pc:sldMkLst>
        <pc:spChg chg="mod">
          <ac:chgData name="Jhony Gomez" userId="5f1ac8455e56f045" providerId="LiveId" clId="{E84C667A-187F-4064-B7B0-4E60D3583703}" dt="2026-10-02T19:45:54.065" v="652"/>
          <ac:spMkLst>
            <pc:docMk/>
            <pc:sldMk cId="285759063" sldId="279"/>
            <ac:spMk id="3" creationId="{8DFAC172-FA11-0344-6503-EC643169FC94}"/>
          </ac:spMkLst>
        </pc:spChg>
        <pc:spChg chg="mod">
          <ac:chgData name="Jhony Gomez" userId="5f1ac8455e56f045" providerId="LiveId" clId="{E84C667A-187F-4064-B7B0-4E60D3583703}" dt="2026-10-02T19:45:42.944" v="651"/>
          <ac:spMkLst>
            <pc:docMk/>
            <pc:sldMk cId="285759063" sldId="279"/>
            <ac:spMk id="7" creationId="{76982BC5-6CF4-E0A0-AED6-BCED55DB225C}"/>
          </ac:spMkLst>
        </pc:spChg>
        <pc:picChg chg="mod">
          <ac:chgData name="Jhony Gomez" userId="5f1ac8455e56f045" providerId="LiveId" clId="{E84C667A-187F-4064-B7B0-4E60D3583703}" dt="2026-10-02T19:45:13.313" v="650" actId="14826"/>
          <ac:picMkLst>
            <pc:docMk/>
            <pc:sldMk cId="285759063" sldId="279"/>
            <ac:picMk id="4" creationId="{FCA65178-732A-7F2C-C772-BC573E03D326}"/>
          </ac:picMkLst>
        </pc:picChg>
        <pc:picChg chg="mod">
          <ac:chgData name="Jhony Gomez" userId="5f1ac8455e56f045" providerId="LiveId" clId="{E84C667A-187F-4064-B7B0-4E60D3583703}" dt="2026-10-02T19:43:59.152" v="649" actId="14826"/>
          <ac:picMkLst>
            <pc:docMk/>
            <pc:sldMk cId="285759063" sldId="279"/>
            <ac:picMk id="5" creationId="{A6F2EA18-BE69-29A9-AC8F-611AD637002E}"/>
          </ac:picMkLst>
        </pc:picChg>
      </pc:sldChg>
      <pc:sldChg chg="modSp add mod">
        <pc:chgData name="Jhony Gomez" userId="5f1ac8455e56f045" providerId="LiveId" clId="{E84C667A-187F-4064-B7B0-4E60D3583703}" dt="2026-10-02T19:51:48.142" v="660" actId="14826"/>
        <pc:sldMkLst>
          <pc:docMk/>
          <pc:sldMk cId="1766772932" sldId="280"/>
        </pc:sldMkLst>
        <pc:spChg chg="mod">
          <ac:chgData name="Jhony Gomez" userId="5f1ac8455e56f045" providerId="LiveId" clId="{E84C667A-187F-4064-B7B0-4E60D3583703}" dt="2026-10-02T19:46:34.414" v="655"/>
          <ac:spMkLst>
            <pc:docMk/>
            <pc:sldMk cId="1766772932" sldId="280"/>
            <ac:spMk id="3" creationId="{0E2946F9-64BA-9E95-5D25-79F8D5A29BF9}"/>
          </ac:spMkLst>
        </pc:spChg>
        <pc:spChg chg="mod">
          <ac:chgData name="Jhony Gomez" userId="5f1ac8455e56f045" providerId="LiveId" clId="{E84C667A-187F-4064-B7B0-4E60D3583703}" dt="2026-10-02T19:46:25.553" v="654"/>
          <ac:spMkLst>
            <pc:docMk/>
            <pc:sldMk cId="1766772932" sldId="280"/>
            <ac:spMk id="7" creationId="{825AC570-4189-F102-87E7-A57592BF730D}"/>
          </ac:spMkLst>
        </pc:spChg>
        <pc:picChg chg="mod">
          <ac:chgData name="Jhony Gomez" userId="5f1ac8455e56f045" providerId="LiveId" clId="{E84C667A-187F-4064-B7B0-4E60D3583703}" dt="2026-10-02T19:51:48.142" v="660" actId="14826"/>
          <ac:picMkLst>
            <pc:docMk/>
            <pc:sldMk cId="1766772932" sldId="280"/>
            <ac:picMk id="4" creationId="{4B9E3327-518C-865D-792A-CC6E880A887F}"/>
          </ac:picMkLst>
        </pc:picChg>
        <pc:picChg chg="mod">
          <ac:chgData name="Jhony Gomez" userId="5f1ac8455e56f045" providerId="LiveId" clId="{E84C667A-187F-4064-B7B0-4E60D3583703}" dt="2026-10-02T19:51:06.009" v="659" actId="14826"/>
          <ac:picMkLst>
            <pc:docMk/>
            <pc:sldMk cId="1766772932" sldId="280"/>
            <ac:picMk id="5" creationId="{63E24D86-FE81-6CC7-0BA5-87DBB985DA27}"/>
          </ac:picMkLst>
        </pc:picChg>
      </pc:sldChg>
      <pc:sldChg chg="modSp add mod">
        <pc:chgData name="Jhony Gomez" userId="5f1ac8455e56f045" providerId="LiveId" clId="{E84C667A-187F-4064-B7B0-4E60D3583703}" dt="2026-10-02T19:53:32.341" v="662" actId="14826"/>
        <pc:sldMkLst>
          <pc:docMk/>
          <pc:sldMk cId="1238367264" sldId="281"/>
        </pc:sldMkLst>
        <pc:spChg chg="mod">
          <ac:chgData name="Jhony Gomez" userId="5f1ac8455e56f045" providerId="LiveId" clId="{E84C667A-187F-4064-B7B0-4E60D3583703}" dt="2026-10-02T19:46:49.536" v="657"/>
          <ac:spMkLst>
            <pc:docMk/>
            <pc:sldMk cId="1238367264" sldId="281"/>
            <ac:spMk id="3" creationId="{CDEA7394-43BA-F159-EB4B-E2F95BCEAE22}"/>
          </ac:spMkLst>
        </pc:spChg>
        <pc:spChg chg="mod">
          <ac:chgData name="Jhony Gomez" userId="5f1ac8455e56f045" providerId="LiveId" clId="{E84C667A-187F-4064-B7B0-4E60D3583703}" dt="2026-10-02T19:46:59.260" v="658"/>
          <ac:spMkLst>
            <pc:docMk/>
            <pc:sldMk cId="1238367264" sldId="281"/>
            <ac:spMk id="7" creationId="{7ABCD1DD-11E4-E448-190A-CBF63423C1FC}"/>
          </ac:spMkLst>
        </pc:spChg>
        <pc:picChg chg="mod">
          <ac:chgData name="Jhony Gomez" userId="5f1ac8455e56f045" providerId="LiveId" clId="{E84C667A-187F-4064-B7B0-4E60D3583703}" dt="2026-10-02T19:53:32.341" v="662" actId="14826"/>
          <ac:picMkLst>
            <pc:docMk/>
            <pc:sldMk cId="1238367264" sldId="281"/>
            <ac:picMk id="4" creationId="{7F137D41-6368-951F-0D39-EEC812DE4E05}"/>
          </ac:picMkLst>
        </pc:picChg>
        <pc:picChg chg="mod">
          <ac:chgData name="Jhony Gomez" userId="5f1ac8455e56f045" providerId="LiveId" clId="{E84C667A-187F-4064-B7B0-4E60D3583703}" dt="2026-10-02T19:52:32.645" v="661" actId="14826"/>
          <ac:picMkLst>
            <pc:docMk/>
            <pc:sldMk cId="1238367264" sldId="281"/>
            <ac:picMk id="5" creationId="{8B817979-FADF-C2E2-3201-53E42592CDA2}"/>
          </ac:picMkLst>
        </pc:picChg>
      </pc:sldChg>
      <pc:sldChg chg="modSp add del mod">
        <pc:chgData name="Jhony Gomez" userId="5f1ac8455e56f045" providerId="LiveId" clId="{E84C667A-187F-4064-B7B0-4E60D3583703}" dt="2026-10-02T20:15:05.658" v="684" actId="20577"/>
        <pc:sldMkLst>
          <pc:docMk/>
          <pc:sldMk cId="1629451263" sldId="282"/>
        </pc:sldMkLst>
        <pc:spChg chg="mod">
          <ac:chgData name="Jhony Gomez" userId="5f1ac8455e56f045" providerId="LiveId" clId="{E84C667A-187F-4064-B7B0-4E60D3583703}" dt="2026-10-02T20:15:05.658" v="684" actId="20577"/>
          <ac:spMkLst>
            <pc:docMk/>
            <pc:sldMk cId="1629451263" sldId="282"/>
            <ac:spMk id="7" creationId="{9BB76030-D906-F57F-7F38-1821917A585E}"/>
          </ac:spMkLst>
        </pc:spChg>
        <pc:picChg chg="mod">
          <ac:chgData name="Jhony Gomez" userId="5f1ac8455e56f045" providerId="LiveId" clId="{E84C667A-187F-4064-B7B0-4E60D3583703}" dt="2026-10-02T20:11:19.559" v="665" actId="14826"/>
          <ac:picMkLst>
            <pc:docMk/>
            <pc:sldMk cId="1629451263" sldId="282"/>
            <ac:picMk id="4" creationId="{590E901A-2218-7E5E-E627-A7A7278E716D}"/>
          </ac:picMkLst>
        </pc:picChg>
        <pc:picChg chg="mod">
          <ac:chgData name="Jhony Gomez" userId="5f1ac8455e56f045" providerId="LiveId" clId="{E84C667A-187F-4064-B7B0-4E60D3583703}" dt="2026-10-02T20:10:01.694" v="664" actId="14826"/>
          <ac:picMkLst>
            <pc:docMk/>
            <pc:sldMk cId="1629451263" sldId="282"/>
            <ac:picMk id="5" creationId="{B9A4A4FD-CC8F-DE06-324E-48B7581CDCB1}"/>
          </ac:picMkLst>
        </pc:picChg>
      </pc:sldChg>
      <pc:sldChg chg="modSp add mod">
        <pc:chgData name="Jhony Gomez" userId="5f1ac8455e56f045" providerId="LiveId" clId="{E84C667A-187F-4064-B7B0-4E60D3583703}" dt="2026-10-02T20:18:58.799" v="693" actId="14826"/>
        <pc:sldMkLst>
          <pc:docMk/>
          <pc:sldMk cId="1243272698" sldId="283"/>
        </pc:sldMkLst>
        <pc:spChg chg="mod">
          <ac:chgData name="Jhony Gomez" userId="5f1ac8455e56f045" providerId="LiveId" clId="{E84C667A-187F-4064-B7B0-4E60D3583703}" dt="2026-10-02T20:15:18.236" v="691" actId="20577"/>
          <ac:spMkLst>
            <pc:docMk/>
            <pc:sldMk cId="1243272698" sldId="283"/>
            <ac:spMk id="7" creationId="{08FCC4DC-9C80-46CE-098A-794D296FD18E}"/>
          </ac:spMkLst>
        </pc:spChg>
        <pc:picChg chg="mod">
          <ac:chgData name="Jhony Gomez" userId="5f1ac8455e56f045" providerId="LiveId" clId="{E84C667A-187F-4064-B7B0-4E60D3583703}" dt="2026-10-02T20:18:58.799" v="693" actId="14826"/>
          <ac:picMkLst>
            <pc:docMk/>
            <pc:sldMk cId="1243272698" sldId="283"/>
            <ac:picMk id="4" creationId="{46B38A03-C465-89CA-433B-253756E5ADC6}"/>
          </ac:picMkLst>
        </pc:picChg>
        <pc:picChg chg="mod">
          <ac:chgData name="Jhony Gomez" userId="5f1ac8455e56f045" providerId="LiveId" clId="{E84C667A-187F-4064-B7B0-4E60D3583703}" dt="2026-10-02T20:17:39.413" v="692" actId="14826"/>
          <ac:picMkLst>
            <pc:docMk/>
            <pc:sldMk cId="1243272698" sldId="283"/>
            <ac:picMk id="5" creationId="{EA4CE71A-412A-A845-2347-DD305FA1D023}"/>
          </ac:picMkLst>
        </pc:picChg>
      </pc:sldChg>
      <pc:sldChg chg="modSp add mod">
        <pc:chgData name="Jhony Gomez" userId="5f1ac8455e56f045" providerId="LiveId" clId="{E84C667A-187F-4064-B7B0-4E60D3583703}" dt="2026-10-02T20:21:43.354" v="698" actId="14826"/>
        <pc:sldMkLst>
          <pc:docMk/>
          <pc:sldMk cId="1566163351" sldId="284"/>
        </pc:sldMkLst>
        <pc:spChg chg="mod">
          <ac:chgData name="Jhony Gomez" userId="5f1ac8455e56f045" providerId="LiveId" clId="{E84C667A-187F-4064-B7B0-4E60D3583703}" dt="2026-10-02T20:20:00.745" v="696" actId="20577"/>
          <ac:spMkLst>
            <pc:docMk/>
            <pc:sldMk cId="1566163351" sldId="284"/>
            <ac:spMk id="7" creationId="{D7C5F24A-8443-4D94-202A-0A0DF01275EF}"/>
          </ac:spMkLst>
        </pc:spChg>
        <pc:picChg chg="mod">
          <ac:chgData name="Jhony Gomez" userId="5f1ac8455e56f045" providerId="LiveId" clId="{E84C667A-187F-4064-B7B0-4E60D3583703}" dt="2026-10-02T20:21:43.354" v="698" actId="14826"/>
          <ac:picMkLst>
            <pc:docMk/>
            <pc:sldMk cId="1566163351" sldId="284"/>
            <ac:picMk id="4" creationId="{EB99E518-F572-9A05-FDF2-52A0C5BAE981}"/>
          </ac:picMkLst>
        </pc:picChg>
        <pc:picChg chg="mod">
          <ac:chgData name="Jhony Gomez" userId="5f1ac8455e56f045" providerId="LiveId" clId="{E84C667A-187F-4064-B7B0-4E60D3583703}" dt="2026-10-02T20:20:45.977" v="697" actId="14826"/>
          <ac:picMkLst>
            <pc:docMk/>
            <pc:sldMk cId="1566163351" sldId="284"/>
            <ac:picMk id="5" creationId="{B67A0383-4DBB-12E2-E425-C856AB8827D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C01AB-426A-4F80-8AF7-F60476348545}" type="datetimeFigureOut">
              <a:rPr lang="es-MX" smtClean="0"/>
              <a:t>01/10/2026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B75EB-644B-47D7-8E6F-2D11FADFA2B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539053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C01AB-426A-4F80-8AF7-F60476348545}" type="datetimeFigureOut">
              <a:rPr lang="es-MX" smtClean="0"/>
              <a:t>01/10/2026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B75EB-644B-47D7-8E6F-2D11FADFA2B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953710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C01AB-426A-4F80-8AF7-F60476348545}" type="datetimeFigureOut">
              <a:rPr lang="es-MX" smtClean="0"/>
              <a:t>01/10/2026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B75EB-644B-47D7-8E6F-2D11FADFA2B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484481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C01AB-426A-4F80-8AF7-F60476348545}" type="datetimeFigureOut">
              <a:rPr lang="es-MX" smtClean="0"/>
              <a:t>01/10/2026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B75EB-644B-47D7-8E6F-2D11FADFA2B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545142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C01AB-426A-4F80-8AF7-F60476348545}" type="datetimeFigureOut">
              <a:rPr lang="es-MX" smtClean="0"/>
              <a:t>01/10/2026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B75EB-644B-47D7-8E6F-2D11FADFA2B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93795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C01AB-426A-4F80-8AF7-F60476348545}" type="datetimeFigureOut">
              <a:rPr lang="es-MX" smtClean="0"/>
              <a:t>01/10/2026</a:t>
            </a:fld>
            <a:endParaRPr lang="es-MX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B75EB-644B-47D7-8E6F-2D11FADFA2B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933176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C01AB-426A-4F80-8AF7-F60476348545}" type="datetimeFigureOut">
              <a:rPr lang="es-MX" smtClean="0"/>
              <a:t>01/10/2026</a:t>
            </a:fld>
            <a:endParaRPr lang="es-MX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B75EB-644B-47D7-8E6F-2D11FADFA2B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295473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C01AB-426A-4F80-8AF7-F60476348545}" type="datetimeFigureOut">
              <a:rPr lang="es-MX" smtClean="0"/>
              <a:t>01/10/2026</a:t>
            </a:fld>
            <a:endParaRPr lang="es-MX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B75EB-644B-47D7-8E6F-2D11FADFA2B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05136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C01AB-426A-4F80-8AF7-F60476348545}" type="datetimeFigureOut">
              <a:rPr lang="es-MX" smtClean="0"/>
              <a:t>01/10/2026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B75EB-644B-47D7-8E6F-2D11FADFA2B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242281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C01AB-426A-4F80-8AF7-F60476348545}" type="datetimeFigureOut">
              <a:rPr lang="es-MX" smtClean="0"/>
              <a:t>01/10/2026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B75EB-644B-47D7-8E6F-2D11FADFA2B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325237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C01AB-426A-4F80-8AF7-F60476348545}" type="datetimeFigureOut">
              <a:rPr lang="es-MX" smtClean="0"/>
              <a:t>01/10/2026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B75EB-644B-47D7-8E6F-2D11FADFA2B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319293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s-MX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C01AB-426A-4F80-8AF7-F60476348545}" type="datetimeFigureOut">
              <a:rPr lang="es-MX" smtClean="0"/>
              <a:t>01/10/2026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B75EB-644B-47D7-8E6F-2D11FADFA2B3}" type="slidenum">
              <a:rPr lang="es-MX" smtClean="0"/>
              <a:t>‹Nº›</a:t>
            </a:fld>
            <a:endParaRPr lang="es-MX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61213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C01AB-426A-4F80-8AF7-F60476348545}" type="datetimeFigureOut">
              <a:rPr lang="es-MX" smtClean="0"/>
              <a:t>01/10/2026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B75EB-644B-47D7-8E6F-2D11FADFA2B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151699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C01AB-426A-4F80-8AF7-F60476348545}" type="datetimeFigureOut">
              <a:rPr lang="es-MX" smtClean="0"/>
              <a:t>01/10/2026</a:t>
            </a:fld>
            <a:endParaRPr lang="es-MX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B75EB-644B-47D7-8E6F-2D11FADFA2B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948797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C01AB-426A-4F80-8AF7-F60476348545}" type="datetimeFigureOut">
              <a:rPr lang="es-MX" smtClean="0"/>
              <a:t>01/10/2026</a:t>
            </a:fld>
            <a:endParaRPr lang="es-MX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B75EB-644B-47D7-8E6F-2D11FADFA2B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038794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C01AB-426A-4F80-8AF7-F60476348545}" type="datetimeFigureOut">
              <a:rPr lang="es-MX" smtClean="0"/>
              <a:t>01/10/2026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B75EB-644B-47D7-8E6F-2D11FADFA2B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649823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C01AB-426A-4F80-8AF7-F60476348545}" type="datetimeFigureOut">
              <a:rPr lang="es-MX" smtClean="0"/>
              <a:t>01/10/2026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B75EB-644B-47D7-8E6F-2D11FADFA2B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672246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MX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MX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B9EC01AB-426A-4F80-8AF7-F60476348545}" type="datetimeFigureOut">
              <a:rPr lang="es-MX" smtClean="0"/>
              <a:t>01/10/2026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7B75EB-644B-47D7-8E6F-2D11FADFA2B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1499841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77" r:id="rId1"/>
    <p:sldLayoutId id="2147483778" r:id="rId2"/>
    <p:sldLayoutId id="2147483779" r:id="rId3"/>
    <p:sldLayoutId id="2147483780" r:id="rId4"/>
    <p:sldLayoutId id="2147483781" r:id="rId5"/>
    <p:sldLayoutId id="2147483782" r:id="rId6"/>
    <p:sldLayoutId id="2147483783" r:id="rId7"/>
    <p:sldLayoutId id="2147483784" r:id="rId8"/>
    <p:sldLayoutId id="2147483785" r:id="rId9"/>
    <p:sldLayoutId id="2147483786" r:id="rId10"/>
    <p:sldLayoutId id="2147483787" r:id="rId11"/>
    <p:sldLayoutId id="2147483788" r:id="rId12"/>
    <p:sldLayoutId id="2147483789" r:id="rId13"/>
    <p:sldLayoutId id="2147483790" r:id="rId14"/>
    <p:sldLayoutId id="2147483791" r:id="rId15"/>
    <p:sldLayoutId id="2147483792" r:id="rId16"/>
    <p:sldLayoutId id="2147483793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ABAF0D08-5F75-4A88-A052-E8DE763EC799}"/>
              </a:ext>
            </a:extLst>
          </p:cNvPr>
          <p:cNvSpPr txBox="1"/>
          <p:nvPr/>
        </p:nvSpPr>
        <p:spPr>
          <a:xfrm>
            <a:off x="3209654" y="886632"/>
            <a:ext cx="7015905" cy="57708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TECNOLÓGICO NACIONAL DE MÉXICO</a:t>
            </a:r>
          </a:p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INSTITUTO TECNOLÓGICO DE FRONTERA COMALAPA</a:t>
            </a:r>
          </a:p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Alumno:</a:t>
            </a:r>
          </a:p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Jhony Benjamín Gómez Zacarías </a:t>
            </a:r>
          </a:p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Docente:</a:t>
            </a:r>
          </a:p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Francisco Javier Mingo Velázquez</a:t>
            </a:r>
          </a:p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Materia: </a:t>
            </a:r>
          </a:p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Simulación </a:t>
            </a:r>
          </a:p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Carrera:</a:t>
            </a:r>
          </a:p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Ingeniería en sistemas </a:t>
            </a:r>
          </a:p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Semestre: </a:t>
            </a:r>
            <a:r>
              <a:rPr kumimoji="0" lang="es-MX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05	</a:t>
            </a:r>
            <a:r>
              <a:rPr kumimoji="0" lang="es-MX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 Numero de control: </a:t>
            </a:r>
            <a:r>
              <a:rPr kumimoji="0" lang="es-MX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241260006</a:t>
            </a:r>
          </a:p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Fecha:</a:t>
            </a:r>
          </a:p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1</a:t>
            </a:r>
            <a:r>
              <a:rPr lang="es-MX" kern="0" dirty="0"/>
              <a:t>6</a:t>
            </a:r>
            <a:r>
              <a:rPr kumimoji="0" lang="es-MX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</a:rPr>
              <a:t>/09/2026</a:t>
            </a:r>
            <a:endParaRPr kumimoji="0" lang="es-MX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pic>
        <p:nvPicPr>
          <p:cNvPr id="5" name="Imagen 1">
            <a:extLst>
              <a:ext uri="{FF2B5EF4-FFF2-40B4-BE49-F238E27FC236}">
                <a16:creationId xmlns:a16="http://schemas.microsoft.com/office/drawing/2014/main" id="{19C598F4-BA14-4C21-8CA1-1A2D25F891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8814" y="0"/>
            <a:ext cx="1768475" cy="8866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3FE2F390-DF95-402B-9B98-4F5C4DFB8A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076" b="33018"/>
          <a:stretch>
            <a:fillRect/>
          </a:stretch>
        </p:blipFill>
        <p:spPr bwMode="auto">
          <a:xfrm>
            <a:off x="5731770" y="40601"/>
            <a:ext cx="1971675" cy="739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n 4">
            <a:extLst>
              <a:ext uri="{FF2B5EF4-FFF2-40B4-BE49-F238E27FC236}">
                <a16:creationId xmlns:a16="http://schemas.microsoft.com/office/drawing/2014/main" id="{DBB73E5F-CC35-47FE-AA83-6271900BF8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7926" y="-66061"/>
            <a:ext cx="1422400" cy="8466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B1A57B25-B6D9-4502-A294-BC3B99EB4BA6}"/>
              </a:ext>
            </a:extLst>
          </p:cNvPr>
          <p:cNvPicPr/>
          <p:nvPr/>
        </p:nvPicPr>
        <p:blipFill rotWithShape="1">
          <a:blip r:embed="rId5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656" r="23395" b="34652"/>
          <a:stretch/>
        </p:blipFill>
        <p:spPr bwMode="auto">
          <a:xfrm>
            <a:off x="0" y="204787"/>
            <a:ext cx="2924175" cy="64484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2001377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117401-7AAA-4B09-B70B-7A3CA6DC5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5229" y="471646"/>
            <a:ext cx="3621542" cy="1400530"/>
          </a:xfrm>
        </p:spPr>
        <p:txBody>
          <a:bodyPr/>
          <a:lstStyle/>
          <a:p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Introducción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B18346E-19AE-4D09-B7C4-FDEC387ED0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05385" y="1872176"/>
            <a:ext cx="9181230" cy="4195481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s-MX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 esta práctica se desarrollaron tres proyectos de simulación de variables aleatorias discretas aplicados a distintas áreas. Los ejercicios se implementaron en </a:t>
            </a:r>
            <a:r>
              <a:rPr lang="es-MX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JavaFX</a:t>
            </a:r>
            <a:r>
              <a:rPr lang="es-MX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Python y R Studio, aplicando modelos como Bernoulli, Binomial, Poisson, Geométrica, Hipergeométrica y Binomial Negativa para generar los datos y mostrar sus gráficas correspondientes.</a:t>
            </a:r>
          </a:p>
        </p:txBody>
      </p:sp>
    </p:spTree>
    <p:extLst>
      <p:ext uri="{BB962C8B-B14F-4D97-AF65-F5344CB8AC3E}">
        <p14:creationId xmlns:p14="http://schemas.microsoft.com/office/powerpoint/2010/main" val="37969238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018231-C6F8-9273-9DB7-CCD46BD5AF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C14BB9-4BBC-B7BF-F8EE-90DD9F1F8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5229" y="471646"/>
            <a:ext cx="3621542" cy="1400530"/>
          </a:xfrm>
        </p:spPr>
        <p:txBody>
          <a:bodyPr/>
          <a:lstStyle/>
          <a:p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Justificación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5533C0F-1DCB-3D6B-9B90-59607F5A37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05385" y="1872176"/>
            <a:ext cx="9181230" cy="4195481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s-MX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Realizar estos ejercicios en tres lenguajes diferentes nos permite comparar cómo trabaja cada entorno la simulación de eventos reales. Además, ayuda a reforzar la lógica de programación y el uso de herramientas gráficas para interpretar mejor los datos obtenidos en cada modelo estadístico.</a:t>
            </a:r>
          </a:p>
        </p:txBody>
      </p:sp>
    </p:spTree>
    <p:extLst>
      <p:ext uri="{BB962C8B-B14F-4D97-AF65-F5344CB8AC3E}">
        <p14:creationId xmlns:p14="http://schemas.microsoft.com/office/powerpoint/2010/main" val="3882626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DEC2E1FE-E24B-400D-B39C-537C2CCED5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72386" y="1179871"/>
            <a:ext cx="5507304" cy="3318053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480D72AF-1616-4663-BC22-54048850ED05}"/>
              </a:ext>
            </a:extLst>
          </p:cNvPr>
          <p:cNvSpPr txBox="1"/>
          <p:nvPr/>
        </p:nvSpPr>
        <p:spPr>
          <a:xfrm>
            <a:off x="1370682" y="5077964"/>
            <a:ext cx="865558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En este primer ejercicio se realizó el generador de variables aleatorias en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JavaFX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. Se programó la lógica en el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controller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para simular las distribuciones (Bernoulli, Binomial y Poisson) y se armó la interfaz gráfica para ingresar los datos y mostrar la gráfica de frecuencias al instante.  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B9BA5BF-6C39-E8FE-6B4B-4094409CB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1521" y="365676"/>
            <a:ext cx="7812648" cy="814195"/>
          </a:xfrm>
        </p:spPr>
        <p:txBody>
          <a:bodyPr/>
          <a:lstStyle/>
          <a:p>
            <a:r>
              <a:rPr lang="es-MX" sz="3200" b="1" dirty="0">
                <a:latin typeface="Arial" panose="020B0604020202020204" pitchFamily="34" charset="0"/>
                <a:cs typeface="Arial" panose="020B0604020202020204" pitchFamily="34" charset="0"/>
              </a:rPr>
              <a:t>Ejercicio 1 JAVA Generador 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1B29CEF-B24F-11B2-F4CD-618D80727B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483249" y="1179870"/>
            <a:ext cx="4732805" cy="3318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77048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C10439F5-F354-4B14-B48E-18D2F503B45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48" b="5648"/>
          <a:stretch/>
        </p:blipFill>
        <p:spPr>
          <a:xfrm>
            <a:off x="190575" y="925745"/>
            <a:ext cx="5700106" cy="2844137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6661F83-9138-FCD6-4420-87D87F86C298}"/>
              </a:ext>
            </a:extLst>
          </p:cNvPr>
          <p:cNvSpPr txBox="1"/>
          <p:nvPr/>
        </p:nvSpPr>
        <p:spPr>
          <a:xfrm>
            <a:off x="495371" y="4857542"/>
            <a:ext cx="92394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En el segundo ejercicio se realizó el sistema para simular inventario y control de calidad en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JavaFX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. En el código del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controller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pusimos las fórmulas para ver cosas como productos defectuosos o revisiones de lotes (Geométrica e Hipergeométrica), y en la pantalla se meten los datos del lote para generar la gráfica.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9054FC7-283F-D5D9-C7AB-B31188EA069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407" b="13407"/>
          <a:stretch/>
        </p:blipFill>
        <p:spPr>
          <a:xfrm>
            <a:off x="6183333" y="955242"/>
            <a:ext cx="5700106" cy="2844137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757CD6AB-94E8-37AC-51A2-1D9889E9A341}"/>
              </a:ext>
            </a:extLst>
          </p:cNvPr>
          <p:cNvSpPr txBox="1"/>
          <p:nvPr/>
        </p:nvSpPr>
        <p:spPr>
          <a:xfrm>
            <a:off x="865239" y="159620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400" b="1" dirty="0"/>
              <a:t>Ejercicio 2 JAVA: Inventario y calidad</a:t>
            </a:r>
          </a:p>
        </p:txBody>
      </p:sp>
    </p:spTree>
    <p:extLst>
      <p:ext uri="{BB962C8B-B14F-4D97-AF65-F5344CB8AC3E}">
        <p14:creationId xmlns:p14="http://schemas.microsoft.com/office/powerpoint/2010/main" val="6880088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636350-3B44-F8FD-FC02-4B8F97524C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52BA621B-18D1-DBAB-3E62-BC53A781EC1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48" b="5648"/>
          <a:stretch/>
        </p:blipFill>
        <p:spPr>
          <a:xfrm>
            <a:off x="190575" y="975359"/>
            <a:ext cx="5700106" cy="2844137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78B687B9-9135-1722-1491-755A765B57C3}"/>
              </a:ext>
            </a:extLst>
          </p:cNvPr>
          <p:cNvSpPr txBox="1"/>
          <p:nvPr/>
        </p:nvSpPr>
        <p:spPr>
          <a:xfrm>
            <a:off x="692016" y="4277439"/>
            <a:ext cx="92394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Como tercer ejercicio en JAVA se hizo el programa para simular eventos de conteo en Java. Programamos en el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controller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los modelos de Poisson y Binomial Negativa para medir llegadas o intentos hasta lograr cierta cantidad de éxitos, mostrando la lista de resultados y su gráfica en la pantalla. 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BDFBA86-BBD4-6CE2-F781-9FCC6C516CF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688" b="12688"/>
          <a:stretch/>
        </p:blipFill>
        <p:spPr>
          <a:xfrm>
            <a:off x="6301320" y="975359"/>
            <a:ext cx="5700106" cy="2844137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C8238AF7-741C-407A-271D-5755C69BADAA}"/>
              </a:ext>
            </a:extLst>
          </p:cNvPr>
          <p:cNvSpPr txBox="1"/>
          <p:nvPr/>
        </p:nvSpPr>
        <p:spPr>
          <a:xfrm>
            <a:off x="865239" y="159620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400" b="1" dirty="0"/>
              <a:t>Ejercicio 3 JAVA: Conteo y tiempos</a:t>
            </a:r>
          </a:p>
        </p:txBody>
      </p:sp>
    </p:spTree>
    <p:extLst>
      <p:ext uri="{BB962C8B-B14F-4D97-AF65-F5344CB8AC3E}">
        <p14:creationId xmlns:p14="http://schemas.microsoft.com/office/powerpoint/2010/main" val="38978078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96DD01-AD05-248B-AD18-7B36DF7D18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A6F2EA18-BE69-29A9-AC8F-611AD637002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261" b="19261"/>
          <a:stretch/>
        </p:blipFill>
        <p:spPr>
          <a:xfrm>
            <a:off x="190575" y="975359"/>
            <a:ext cx="5700106" cy="2844137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8DFAC172-FA11-0344-6503-EC643169FC94}"/>
              </a:ext>
            </a:extLst>
          </p:cNvPr>
          <p:cNvSpPr txBox="1"/>
          <p:nvPr/>
        </p:nvSpPr>
        <p:spPr>
          <a:xfrm>
            <a:off x="692016" y="4277439"/>
            <a:ext cx="92394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En este ejercicio hicimos el programa en Python para generar las variables aleatorias. Con las librerías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random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y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math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sacamos las fórmulas de Bernoulli, Binomial y Poisson, y usamos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matplotlib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para que nos muestre la gráfica con las barras de los datos.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CA65178-732A-7F2C-C772-BC573E03D32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718" b="9718"/>
          <a:stretch/>
        </p:blipFill>
        <p:spPr>
          <a:xfrm>
            <a:off x="6301320" y="975359"/>
            <a:ext cx="5700106" cy="2844137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76982BC5-6CF4-E0A0-AED6-BCED55DB225C}"/>
              </a:ext>
            </a:extLst>
          </p:cNvPr>
          <p:cNvSpPr txBox="1"/>
          <p:nvPr/>
        </p:nvSpPr>
        <p:spPr>
          <a:xfrm>
            <a:off x="865239" y="159620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400" b="1" dirty="0"/>
              <a:t>Ejercicio 1 Python</a:t>
            </a:r>
          </a:p>
        </p:txBody>
      </p:sp>
    </p:spTree>
    <p:extLst>
      <p:ext uri="{BB962C8B-B14F-4D97-AF65-F5344CB8AC3E}">
        <p14:creationId xmlns:p14="http://schemas.microsoft.com/office/powerpoint/2010/main" val="2857590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5B9E82-BACA-40FE-778F-E586B3DAF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63E24D86-FE81-6CC7-0BA5-87DBB985DA2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548" b="23548"/>
          <a:stretch/>
        </p:blipFill>
        <p:spPr>
          <a:xfrm>
            <a:off x="190575" y="975359"/>
            <a:ext cx="5700106" cy="2844137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0E2946F9-64BA-9E95-5D25-79F8D5A29BF9}"/>
              </a:ext>
            </a:extLst>
          </p:cNvPr>
          <p:cNvSpPr txBox="1"/>
          <p:nvPr/>
        </p:nvSpPr>
        <p:spPr>
          <a:xfrm>
            <a:off x="692016" y="4277439"/>
            <a:ext cx="92394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Aquí programamos en Python la simulación para inventarios y fallas en lotes. El código calcula cuántos intentos pasan hasta que salga un fallo o cuántos defectuosos salen sin reemplazo (Geométrica e Hipergeométrica), y al final te dibuja el histograma con las estadísticas.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B9E3327-518C-865D-792A-CC6E880A887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739" b="10739"/>
          <a:stretch/>
        </p:blipFill>
        <p:spPr>
          <a:xfrm>
            <a:off x="6301320" y="975359"/>
            <a:ext cx="5700106" cy="2844137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825AC570-4189-F102-87E7-A57592BF730D}"/>
              </a:ext>
            </a:extLst>
          </p:cNvPr>
          <p:cNvSpPr txBox="1"/>
          <p:nvPr/>
        </p:nvSpPr>
        <p:spPr>
          <a:xfrm>
            <a:off x="865239" y="159620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400" b="1" dirty="0"/>
              <a:t>Ejercicio 2 Python</a:t>
            </a:r>
          </a:p>
        </p:txBody>
      </p:sp>
    </p:spTree>
    <p:extLst>
      <p:ext uri="{BB962C8B-B14F-4D97-AF65-F5344CB8AC3E}">
        <p14:creationId xmlns:p14="http://schemas.microsoft.com/office/powerpoint/2010/main" val="17667729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AEED96-3645-D191-C0F4-6DEB7F2AD1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8B817979-FADF-C2E2-3201-53E42592CDA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982" b="24982"/>
          <a:stretch/>
        </p:blipFill>
        <p:spPr>
          <a:xfrm>
            <a:off x="190575" y="975359"/>
            <a:ext cx="5700106" cy="2844137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CDEA7394-43BA-F159-EB4B-E2F95BCEAE22}"/>
              </a:ext>
            </a:extLst>
          </p:cNvPr>
          <p:cNvSpPr txBox="1"/>
          <p:nvPr/>
        </p:nvSpPr>
        <p:spPr>
          <a:xfrm>
            <a:off x="692016" y="4277439"/>
            <a:ext cx="92394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En este último de Python simulamos el conteo de eventos y tiempos de espera. El script calcula los modelos de Poisson y Binomial Negativa pidiéndole los datos al usuario en la consola, y de volada despliega la gráfica con las frecuencias de cada resultado.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F137D41-6368-951F-0D39-EEC812DE4E0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008" b="15008"/>
          <a:stretch/>
        </p:blipFill>
        <p:spPr>
          <a:xfrm>
            <a:off x="6301320" y="975359"/>
            <a:ext cx="5700106" cy="2844137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7ABCD1DD-11E4-E448-190A-CBF63423C1FC}"/>
              </a:ext>
            </a:extLst>
          </p:cNvPr>
          <p:cNvSpPr txBox="1"/>
          <p:nvPr/>
        </p:nvSpPr>
        <p:spPr>
          <a:xfrm>
            <a:off x="865239" y="159620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400" b="1" dirty="0"/>
              <a:t>Ejercicio 3 Python</a:t>
            </a:r>
          </a:p>
        </p:txBody>
      </p:sp>
    </p:spTree>
    <p:extLst>
      <p:ext uri="{BB962C8B-B14F-4D97-AF65-F5344CB8AC3E}">
        <p14:creationId xmlns:p14="http://schemas.microsoft.com/office/powerpoint/2010/main" val="12383672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2F7B0A-C98B-7800-9F2A-FAF83C52BA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B9A4A4FD-CC8F-DE06-324E-48B7581CDCB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11" b="18711"/>
          <a:stretch/>
        </p:blipFill>
        <p:spPr>
          <a:xfrm>
            <a:off x="190575" y="975359"/>
            <a:ext cx="5700106" cy="2844137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DBFC6B1-D244-AD73-6914-6139F57B9723}"/>
              </a:ext>
            </a:extLst>
          </p:cNvPr>
          <p:cNvSpPr txBox="1"/>
          <p:nvPr/>
        </p:nvSpPr>
        <p:spPr>
          <a:xfrm>
            <a:off x="692016" y="4277439"/>
            <a:ext cx="92394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En este último de Python simulamos el conteo de eventos y tiempos de espera. El script calcula los modelos de Poisson y Binomial Negativa pidiéndole los datos al usuario en la consola, y de volada despliega la gráfica con las frecuencias de cada resultado.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90E901A-2218-7E5E-E627-A7A7278E716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58" b="5658"/>
          <a:stretch/>
        </p:blipFill>
        <p:spPr>
          <a:xfrm>
            <a:off x="6301320" y="975359"/>
            <a:ext cx="5700106" cy="2844137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9BB76030-D906-F57F-7F38-1821917A585E}"/>
              </a:ext>
            </a:extLst>
          </p:cNvPr>
          <p:cNvSpPr txBox="1"/>
          <p:nvPr/>
        </p:nvSpPr>
        <p:spPr>
          <a:xfrm>
            <a:off x="865239" y="159620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400" b="1" dirty="0"/>
              <a:t>Ejercicio 1 </a:t>
            </a:r>
            <a:r>
              <a:rPr lang="es-MX" sz="2400" b="1" dirty="0" err="1"/>
              <a:t>RStudio</a:t>
            </a:r>
            <a:endParaRPr lang="es-MX" sz="2400" b="1" dirty="0"/>
          </a:p>
        </p:txBody>
      </p:sp>
    </p:spTree>
    <p:extLst>
      <p:ext uri="{BB962C8B-B14F-4D97-AF65-F5344CB8AC3E}">
        <p14:creationId xmlns:p14="http://schemas.microsoft.com/office/powerpoint/2010/main" val="16294512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653022-AD99-2BAB-FDE7-8A3D994A89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EA4CE71A-412A-A845-2347-DD305FA1D02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826" b="18826"/>
          <a:stretch/>
        </p:blipFill>
        <p:spPr>
          <a:xfrm>
            <a:off x="190575" y="975359"/>
            <a:ext cx="5700106" cy="2844137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867EF838-A4AE-CEC0-E40F-9022139C8542}"/>
              </a:ext>
            </a:extLst>
          </p:cNvPr>
          <p:cNvSpPr txBox="1"/>
          <p:nvPr/>
        </p:nvSpPr>
        <p:spPr>
          <a:xfrm>
            <a:off x="692016" y="4277439"/>
            <a:ext cx="92394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En este último de Python simulamos el conteo de eventos y tiempos de espera. El script calcula los modelos de Poisson y Binomial Negativa pidiéndole los datos al usuario en la consola, y de volada despliega la gráfica con las frecuencias de cada resultado.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6B38A03-C465-89CA-433B-253756E5ADC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48" b="5648"/>
          <a:stretch/>
        </p:blipFill>
        <p:spPr>
          <a:xfrm>
            <a:off x="6301320" y="975359"/>
            <a:ext cx="5700106" cy="2844137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08FCC4DC-9C80-46CE-098A-794D296FD18E}"/>
              </a:ext>
            </a:extLst>
          </p:cNvPr>
          <p:cNvSpPr txBox="1"/>
          <p:nvPr/>
        </p:nvSpPr>
        <p:spPr>
          <a:xfrm>
            <a:off x="865239" y="159620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400" b="1" dirty="0"/>
              <a:t>Ejercicio 2 </a:t>
            </a:r>
            <a:r>
              <a:rPr lang="es-MX" sz="2400" b="1" dirty="0" err="1"/>
              <a:t>RStudio</a:t>
            </a:r>
            <a:endParaRPr lang="es-MX" sz="2400" b="1" dirty="0"/>
          </a:p>
        </p:txBody>
      </p:sp>
    </p:spTree>
    <p:extLst>
      <p:ext uri="{BB962C8B-B14F-4D97-AF65-F5344CB8AC3E}">
        <p14:creationId xmlns:p14="http://schemas.microsoft.com/office/powerpoint/2010/main" val="12432726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4117C-BA20-C298-A6B7-70ADCD8243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B67A0383-4DBB-12E2-E425-C856AB8827D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526" b="18526"/>
          <a:stretch/>
        </p:blipFill>
        <p:spPr>
          <a:xfrm>
            <a:off x="190575" y="975359"/>
            <a:ext cx="5700106" cy="2844137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131CAE63-E4AB-B83A-14CF-D4DD195601CA}"/>
              </a:ext>
            </a:extLst>
          </p:cNvPr>
          <p:cNvSpPr txBox="1"/>
          <p:nvPr/>
        </p:nvSpPr>
        <p:spPr>
          <a:xfrm>
            <a:off x="692016" y="4277439"/>
            <a:ext cx="92394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En este último de Python simulamos el conteo de eventos y tiempos de espera. El script calcula los modelos de Poisson y Binomial Negativa pidiéndole los datos al usuario en la consola, y de volada despliega la gráfica con las frecuencias de cada resultado.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B99E518-F572-9A05-FDF2-52A0C5BAE98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35" b="5635"/>
          <a:stretch/>
        </p:blipFill>
        <p:spPr>
          <a:xfrm>
            <a:off x="6301320" y="975359"/>
            <a:ext cx="5700106" cy="2844137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D7C5F24A-8443-4D94-202A-0A0DF01275EF}"/>
              </a:ext>
            </a:extLst>
          </p:cNvPr>
          <p:cNvSpPr txBox="1"/>
          <p:nvPr/>
        </p:nvSpPr>
        <p:spPr>
          <a:xfrm>
            <a:off x="865239" y="159620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400" b="1" dirty="0"/>
              <a:t>Ejercicio 3 </a:t>
            </a:r>
            <a:r>
              <a:rPr lang="es-MX" sz="2400" b="1" dirty="0" err="1"/>
              <a:t>RStudio</a:t>
            </a:r>
            <a:endParaRPr lang="es-MX" sz="2400" b="1" dirty="0"/>
          </a:p>
        </p:txBody>
      </p:sp>
    </p:spTree>
    <p:extLst>
      <p:ext uri="{BB962C8B-B14F-4D97-AF65-F5344CB8AC3E}">
        <p14:creationId xmlns:p14="http://schemas.microsoft.com/office/powerpoint/2010/main" val="15661633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1106DD-4A16-4656-8106-12D0CEEC6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2883" y="382380"/>
            <a:ext cx="3166233" cy="1400530"/>
          </a:xfrm>
        </p:spPr>
        <p:txBody>
          <a:bodyPr/>
          <a:lstStyle/>
          <a:p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Conclusión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C566EE3-A2DC-4634-A827-7F8CAF749E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2728" y="2013589"/>
            <a:ext cx="8946541" cy="4195481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s-MX" dirty="0"/>
              <a:t>Al finalizar la práctica, se logró implementar y ejecutar correctamente los tres ejercicios en </a:t>
            </a:r>
            <a:r>
              <a:rPr lang="es-MX" dirty="0" err="1"/>
              <a:t>JavaFX</a:t>
            </a:r>
            <a:r>
              <a:rPr lang="es-MX" dirty="0"/>
              <a:t>, Python y R Studio. Se comprobó que los algoritmos generan las frecuencias esperadas para cada distribución y que las gráficas muestran de forma clara los resultados de las simulaciones.</a:t>
            </a:r>
          </a:p>
        </p:txBody>
      </p:sp>
    </p:spTree>
    <p:extLst>
      <p:ext uri="{BB962C8B-B14F-4D97-AF65-F5344CB8AC3E}">
        <p14:creationId xmlns:p14="http://schemas.microsoft.com/office/powerpoint/2010/main" val="31237202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5BD7A9-AC65-E2E9-8338-904D7DDDC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E3BDA8-CF76-F24C-561C-C57560790E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4142" y="648930"/>
            <a:ext cx="6823711" cy="1400530"/>
          </a:xfrm>
        </p:spPr>
        <p:txBody>
          <a:bodyPr/>
          <a:lstStyle/>
          <a:p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Fuentes bibliográficas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2797C48-927F-4A69-5E55-D45158A462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2728" y="2013589"/>
            <a:ext cx="8946541" cy="4195481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s-MX" dirty="0"/>
              <a:t>Las actividades se realizaron con base a lo aprendido en clase del </a:t>
            </a:r>
            <a:r>
              <a:rPr lang="es-MX"/>
              <a:t>profesor Francisco </a:t>
            </a:r>
            <a:r>
              <a:rPr lang="es-MX" dirty="0"/>
              <a:t>Mingo</a:t>
            </a:r>
          </a:p>
        </p:txBody>
      </p:sp>
    </p:spTree>
    <p:extLst>
      <p:ext uri="{BB962C8B-B14F-4D97-AF65-F5344CB8AC3E}">
        <p14:creationId xmlns:p14="http://schemas.microsoft.com/office/powerpoint/2010/main" val="684667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D93B58-CE6A-0D56-D0E4-5F0E074A6F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4583AF-666F-C1A4-0F93-1E06E78EF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2883" y="382380"/>
            <a:ext cx="4906420" cy="1400530"/>
          </a:xfrm>
        </p:spPr>
        <p:txBody>
          <a:bodyPr/>
          <a:lstStyle/>
          <a:p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Link de Git </a:t>
            </a:r>
            <a:r>
              <a:rPr lang="es-MX" b="1" dirty="0" err="1">
                <a:latin typeface="Arial" panose="020B0604020202020204" pitchFamily="34" charset="0"/>
                <a:cs typeface="Arial" panose="020B0604020202020204" pitchFamily="34" charset="0"/>
              </a:rPr>
              <a:t>hub</a:t>
            </a:r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BF2C08E-304B-E197-51F9-87DA3B33BF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2728" y="2013589"/>
            <a:ext cx="8946541" cy="4195481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99761490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1828</TotalTime>
  <Words>690</Words>
  <Application>Microsoft Office PowerPoint</Application>
  <PresentationFormat>Panorámica</PresentationFormat>
  <Paragraphs>40</Paragraphs>
  <Slides>15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9" baseType="lpstr">
      <vt:lpstr>Arial</vt:lpstr>
      <vt:lpstr>Century Gothic</vt:lpstr>
      <vt:lpstr>Wingdings 3</vt:lpstr>
      <vt:lpstr>Ion</vt:lpstr>
      <vt:lpstr>Presentación de PowerPoint</vt:lpstr>
      <vt:lpstr>Introducción </vt:lpstr>
      <vt:lpstr>Justificación </vt:lpstr>
      <vt:lpstr>Ejercicio 1 JAVA Generador 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Conclusión </vt:lpstr>
      <vt:lpstr>Fuentes bibliográficas </vt:lpstr>
      <vt:lpstr>Link de Git hub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Brayan</dc:creator>
  <cp:lastModifiedBy>Jhony Gomez</cp:lastModifiedBy>
  <cp:revision>12</cp:revision>
  <dcterms:created xsi:type="dcterms:W3CDTF">2026-06-13T06:22:31Z</dcterms:created>
  <dcterms:modified xsi:type="dcterms:W3CDTF">2026-10-02T20:25:42Z</dcterms:modified>
</cp:coreProperties>
</file>